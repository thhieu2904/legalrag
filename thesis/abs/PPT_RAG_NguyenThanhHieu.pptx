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95" r:id="rId3"/>
    <p:sldId id="294" r:id="rId4"/>
    <p:sldId id="278" r:id="rId5"/>
    <p:sldId id="276" r:id="rId6"/>
    <p:sldId id="273" r:id="rId7"/>
    <p:sldId id="275" r:id="rId8"/>
    <p:sldId id="274" r:id="rId9"/>
    <p:sldId id="272" r:id="rId10"/>
    <p:sldId id="288" r:id="rId11"/>
    <p:sldId id="289" r:id="rId12"/>
    <p:sldId id="286" r:id="rId13"/>
    <p:sldId id="285" r:id="rId14"/>
    <p:sldId id="297" r:id="rId15"/>
    <p:sldId id="296" r:id="rId16"/>
    <p:sldId id="283" r:id="rId17"/>
    <p:sldId id="281" r:id="rId18"/>
    <p:sldId id="290" r:id="rId19"/>
    <p:sldId id="291" r:id="rId20"/>
    <p:sldId id="292" r:id="rId21"/>
    <p:sldId id="29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127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FF04F2-0F54-458F-A09F-717442087AFB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19CD49C-832D-4A88-ABA1-1D38AB3EF107}">
      <dgm:prSet custT="1"/>
      <dgm:spPr/>
      <dgm:t>
        <a:bodyPr/>
        <a:lstStyle/>
        <a:p>
          <a:r>
            <a:rPr lang="vi-VN" sz="2600"/>
            <a:t>1</a:t>
          </a:r>
          <a:r>
            <a:rPr lang="vi-VN" sz="3900"/>
            <a:t>.</a:t>
          </a:r>
          <a:endParaRPr lang="en-US" sz="3900"/>
        </a:p>
      </dgm:t>
    </dgm:pt>
    <dgm:pt modelId="{E060A252-7375-4CF7-88A5-448F4598D809}" type="parTrans" cxnId="{D0037E32-6344-45D8-AA53-5D7190305958}">
      <dgm:prSet/>
      <dgm:spPr/>
      <dgm:t>
        <a:bodyPr/>
        <a:lstStyle/>
        <a:p>
          <a:endParaRPr lang="en-US"/>
        </a:p>
      </dgm:t>
    </dgm:pt>
    <dgm:pt modelId="{550EE4D9-4807-4B55-85C8-118E8FFC80DA}" type="sibTrans" cxnId="{D0037E32-6344-45D8-AA53-5D7190305958}">
      <dgm:prSet/>
      <dgm:spPr/>
      <dgm:t>
        <a:bodyPr/>
        <a:lstStyle/>
        <a:p>
          <a:endParaRPr lang="en-US"/>
        </a:p>
      </dgm:t>
    </dgm:pt>
    <dgm:pt modelId="{4045548D-B74C-4D20-9E6E-5CE13F960C3C}">
      <dgm:prSet custT="1"/>
      <dgm:spPr/>
      <dgm:t>
        <a:bodyPr/>
        <a:lstStyle/>
        <a:p>
          <a:r>
            <a:rPr lang="vi-VN" sz="2600"/>
            <a:t>2.</a:t>
          </a:r>
          <a:endParaRPr lang="en-US" sz="2600"/>
        </a:p>
      </dgm:t>
    </dgm:pt>
    <dgm:pt modelId="{761A8103-26C6-4A94-A687-A29C73CE8984}" type="parTrans" cxnId="{EC83A0EB-8303-40F9-A57E-5D53909A62D9}">
      <dgm:prSet/>
      <dgm:spPr/>
      <dgm:t>
        <a:bodyPr/>
        <a:lstStyle/>
        <a:p>
          <a:endParaRPr lang="en-US"/>
        </a:p>
      </dgm:t>
    </dgm:pt>
    <dgm:pt modelId="{E1B48218-C283-44ED-8D81-8B8EDBAF52EA}" type="sibTrans" cxnId="{EC83A0EB-8303-40F9-A57E-5D53909A62D9}">
      <dgm:prSet/>
      <dgm:spPr/>
      <dgm:t>
        <a:bodyPr/>
        <a:lstStyle/>
        <a:p>
          <a:endParaRPr lang="en-US"/>
        </a:p>
      </dgm:t>
    </dgm:pt>
    <dgm:pt modelId="{2FC8058E-18AC-4EAA-ADCE-440E0E54C6A9}">
      <dgm:prSet custT="1"/>
      <dgm:spPr/>
      <dgm:t>
        <a:bodyPr/>
        <a:lstStyle/>
        <a:p>
          <a:r>
            <a:rPr lang="vi-VN" sz="2600"/>
            <a:t>3.</a:t>
          </a:r>
          <a:endParaRPr lang="en-US" sz="2600"/>
        </a:p>
      </dgm:t>
    </dgm:pt>
    <dgm:pt modelId="{F0FE477D-ACFA-44F0-8865-1F22FF6BDF4A}" type="parTrans" cxnId="{72A081C0-672B-4219-824D-E89411567502}">
      <dgm:prSet/>
      <dgm:spPr/>
      <dgm:t>
        <a:bodyPr/>
        <a:lstStyle/>
        <a:p>
          <a:endParaRPr lang="en-US"/>
        </a:p>
      </dgm:t>
    </dgm:pt>
    <dgm:pt modelId="{B1775394-8C62-4300-B481-2490E811A2A4}" type="sibTrans" cxnId="{72A081C0-672B-4219-824D-E89411567502}">
      <dgm:prSet/>
      <dgm:spPr/>
      <dgm:t>
        <a:bodyPr/>
        <a:lstStyle/>
        <a:p>
          <a:endParaRPr lang="en-US"/>
        </a:p>
      </dgm:t>
    </dgm:pt>
    <dgm:pt modelId="{3E409D1D-8751-416B-BD0B-27DC59F8D0D6}">
      <dgm:prSet custT="1"/>
      <dgm:spPr/>
      <dgm:t>
        <a:bodyPr/>
        <a:lstStyle/>
        <a:p>
          <a:r>
            <a:rPr lang="vi-VN" sz="2600"/>
            <a:t>4. </a:t>
          </a:r>
          <a:endParaRPr lang="en-US" sz="2600"/>
        </a:p>
      </dgm:t>
    </dgm:pt>
    <dgm:pt modelId="{1C64FDC9-B0AC-41E8-AF5A-F2BDB50B42E1}" type="parTrans" cxnId="{6BA84271-5B73-4D72-8159-E22FBD07F906}">
      <dgm:prSet/>
      <dgm:spPr/>
      <dgm:t>
        <a:bodyPr/>
        <a:lstStyle/>
        <a:p>
          <a:endParaRPr lang="en-US"/>
        </a:p>
      </dgm:t>
    </dgm:pt>
    <dgm:pt modelId="{1C2EE675-1E0A-408C-9BE8-BF1ABE6639CF}" type="sibTrans" cxnId="{6BA84271-5B73-4D72-8159-E22FBD07F906}">
      <dgm:prSet/>
      <dgm:spPr/>
      <dgm:t>
        <a:bodyPr/>
        <a:lstStyle/>
        <a:p>
          <a:endParaRPr lang="en-US"/>
        </a:p>
      </dgm:t>
    </dgm:pt>
    <dgm:pt modelId="{29155360-F2F2-4935-9D07-2706AE1CD4A4}">
      <dgm:prSet custT="1"/>
      <dgm:spPr/>
      <dgm:t>
        <a:bodyPr/>
        <a:lstStyle/>
        <a:p>
          <a:r>
            <a:rPr lang="vi-VN" sz="2600"/>
            <a:t>5. </a:t>
          </a:r>
          <a:endParaRPr lang="en-US" sz="2600"/>
        </a:p>
      </dgm:t>
    </dgm:pt>
    <dgm:pt modelId="{DF2D1444-F522-4FAF-90AF-A09268F2F7F5}" type="parTrans" cxnId="{74303B09-6245-4E83-8C6E-A7B5D82811AC}">
      <dgm:prSet/>
      <dgm:spPr/>
      <dgm:t>
        <a:bodyPr/>
        <a:lstStyle/>
        <a:p>
          <a:endParaRPr lang="en-US"/>
        </a:p>
      </dgm:t>
    </dgm:pt>
    <dgm:pt modelId="{48F59182-2E42-4A72-9306-517D27D82289}" type="sibTrans" cxnId="{74303B09-6245-4E83-8C6E-A7B5D82811AC}">
      <dgm:prSet/>
      <dgm:spPr/>
      <dgm:t>
        <a:bodyPr/>
        <a:lstStyle/>
        <a:p>
          <a:endParaRPr lang="en-US"/>
        </a:p>
      </dgm:t>
    </dgm:pt>
    <dgm:pt modelId="{87662E60-E101-40E8-9E2C-4415B1E72AF9}">
      <dgm:prSet custT="1"/>
      <dgm:spPr/>
      <dgm:t>
        <a:bodyPr/>
        <a:lstStyle/>
        <a:p>
          <a:pPr>
            <a:buFontTx/>
            <a:buNone/>
          </a:pPr>
          <a:r>
            <a:rPr lang="vi-VN" sz="29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Đặt vấn đề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C1997D-59ED-4745-A447-9164C8FE9CEA}" type="parTrans" cxnId="{9058C539-B3C1-484A-A12E-43015FE34634}">
      <dgm:prSet/>
      <dgm:spPr/>
      <dgm:t>
        <a:bodyPr/>
        <a:lstStyle/>
        <a:p>
          <a:endParaRPr lang="en-US"/>
        </a:p>
      </dgm:t>
    </dgm:pt>
    <dgm:pt modelId="{F4862C7C-BD0A-473C-9100-3525660D0005}" type="sibTrans" cxnId="{9058C539-B3C1-484A-A12E-43015FE34634}">
      <dgm:prSet/>
      <dgm:spPr/>
      <dgm:t>
        <a:bodyPr/>
        <a:lstStyle/>
        <a:p>
          <a:endParaRPr lang="en-US"/>
        </a:p>
      </dgm:t>
    </dgm:pt>
    <dgm:pt modelId="{8381BC58-079F-4D7E-89B5-4AF438BAAA12}">
      <dgm:prSet custT="1"/>
      <dgm:spPr/>
      <dgm:t>
        <a:bodyPr/>
        <a:lstStyle/>
        <a:p>
          <a:pPr>
            <a:buNone/>
          </a:pPr>
          <a:r>
            <a:rPr lang="vi-VN" sz="29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Giải pháp đề xuất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A17886-CE5E-4DB9-8403-65A6EB088EF8}" type="parTrans" cxnId="{62F509E4-842A-4CE3-A61A-0C945AAD3A31}">
      <dgm:prSet/>
      <dgm:spPr/>
      <dgm:t>
        <a:bodyPr/>
        <a:lstStyle/>
        <a:p>
          <a:endParaRPr lang="en-US"/>
        </a:p>
      </dgm:t>
    </dgm:pt>
    <dgm:pt modelId="{F3F9141A-42B7-4F7F-8A20-FF86E53C3C4D}" type="sibTrans" cxnId="{62F509E4-842A-4CE3-A61A-0C945AAD3A31}">
      <dgm:prSet/>
      <dgm:spPr/>
      <dgm:t>
        <a:bodyPr/>
        <a:lstStyle/>
        <a:p>
          <a:endParaRPr lang="en-US"/>
        </a:p>
      </dgm:t>
    </dgm:pt>
    <dgm:pt modelId="{2B6FC07C-8A9B-43D3-8CE9-8361F830AA6C}">
      <dgm:prSet custT="1"/>
      <dgm:spPr/>
      <dgm:t>
        <a:bodyPr/>
        <a:lstStyle/>
        <a:p>
          <a:pPr>
            <a:buNone/>
          </a:pP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 Hiện thực hóa hệ thống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9CDDC1-EBBC-4DC5-953C-CDC379E897EB}" type="parTrans" cxnId="{B40EF6D4-4A77-439B-B81B-8D5212470A96}">
      <dgm:prSet/>
      <dgm:spPr/>
      <dgm:t>
        <a:bodyPr/>
        <a:lstStyle/>
        <a:p>
          <a:endParaRPr lang="en-US"/>
        </a:p>
      </dgm:t>
    </dgm:pt>
    <dgm:pt modelId="{8DBB479A-7DC2-4CF6-A1E3-6AE0BA14D12F}" type="sibTrans" cxnId="{B40EF6D4-4A77-439B-B81B-8D5212470A96}">
      <dgm:prSet/>
      <dgm:spPr/>
      <dgm:t>
        <a:bodyPr/>
        <a:lstStyle/>
        <a:p>
          <a:endParaRPr lang="en-US"/>
        </a:p>
      </dgm:t>
    </dgm:pt>
    <dgm:pt modelId="{D0E31410-CDCC-4C5F-8429-0623977C4DF2}">
      <dgm:prSet custT="1"/>
      <dgm:spPr/>
      <dgm:t>
        <a:bodyPr/>
        <a:lstStyle/>
        <a:p>
          <a:pPr>
            <a:buNone/>
          </a:pP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Kết quả và đánh giá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462461-9CD6-4E8D-8641-F5C2AA4DC99C}" type="parTrans" cxnId="{56338FC0-5DF8-4179-B5D8-B78E024BFFE3}">
      <dgm:prSet/>
      <dgm:spPr/>
      <dgm:t>
        <a:bodyPr/>
        <a:lstStyle/>
        <a:p>
          <a:endParaRPr lang="en-US"/>
        </a:p>
      </dgm:t>
    </dgm:pt>
    <dgm:pt modelId="{A703F22C-559C-49E1-AA6A-556805CFFFA5}" type="sibTrans" cxnId="{56338FC0-5DF8-4179-B5D8-B78E024BFFE3}">
      <dgm:prSet/>
      <dgm:spPr/>
      <dgm:t>
        <a:bodyPr/>
        <a:lstStyle/>
        <a:p>
          <a:endParaRPr lang="en-US"/>
        </a:p>
      </dgm:t>
    </dgm:pt>
    <dgm:pt modelId="{75477F15-EFC3-4842-A04A-939EC8B0F09F}">
      <dgm:prSet custT="1"/>
      <dgm:spPr/>
      <dgm:t>
        <a:bodyPr/>
        <a:lstStyle/>
        <a:p>
          <a:pPr>
            <a:buNone/>
          </a:pP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Kết luận và hướng phát triển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09DEE1-ED09-4BEA-9097-E7EB51960662}" type="parTrans" cxnId="{1A1BEF5B-B859-4963-8733-73C1FAFB4F82}">
      <dgm:prSet/>
      <dgm:spPr/>
      <dgm:t>
        <a:bodyPr/>
        <a:lstStyle/>
        <a:p>
          <a:endParaRPr lang="en-US"/>
        </a:p>
      </dgm:t>
    </dgm:pt>
    <dgm:pt modelId="{2CDB4CF7-1084-41FB-86EF-35A07AF38F04}" type="sibTrans" cxnId="{1A1BEF5B-B859-4963-8733-73C1FAFB4F82}">
      <dgm:prSet/>
      <dgm:spPr/>
      <dgm:t>
        <a:bodyPr/>
        <a:lstStyle/>
        <a:p>
          <a:endParaRPr lang="en-US"/>
        </a:p>
      </dgm:t>
    </dgm:pt>
    <dgm:pt modelId="{B0849624-1846-4845-B4BE-FF4C57855E73}" type="pres">
      <dgm:prSet presAssocID="{2AFF04F2-0F54-458F-A09F-717442087AFB}" presName="Name0" presStyleCnt="0">
        <dgm:presLayoutVars>
          <dgm:dir/>
          <dgm:animLvl val="lvl"/>
          <dgm:resizeHandles val="exact"/>
        </dgm:presLayoutVars>
      </dgm:prSet>
      <dgm:spPr/>
    </dgm:pt>
    <dgm:pt modelId="{8E222D93-ADF5-45EE-ACC4-EE04B3AA062B}" type="pres">
      <dgm:prSet presAssocID="{719CD49C-832D-4A88-ABA1-1D38AB3EF107}" presName="linNode" presStyleCnt="0"/>
      <dgm:spPr/>
    </dgm:pt>
    <dgm:pt modelId="{878CFC51-EF2C-4ABC-AC3F-C0001287C09A}" type="pres">
      <dgm:prSet presAssocID="{719CD49C-832D-4A88-ABA1-1D38AB3EF107}" presName="parentText" presStyleLbl="node1" presStyleIdx="0" presStyleCnt="5" custScaleX="29956" custScaleY="85756">
        <dgm:presLayoutVars>
          <dgm:chMax val="1"/>
          <dgm:bulletEnabled val="1"/>
        </dgm:presLayoutVars>
      </dgm:prSet>
      <dgm:spPr/>
    </dgm:pt>
    <dgm:pt modelId="{67CAA7FF-E2EF-4A5C-8A6C-39967C3D42F6}" type="pres">
      <dgm:prSet presAssocID="{719CD49C-832D-4A88-ABA1-1D38AB3EF107}" presName="descendantText" presStyleLbl="alignAccFollowNode1" presStyleIdx="0" presStyleCnt="5">
        <dgm:presLayoutVars>
          <dgm:bulletEnabled val="1"/>
        </dgm:presLayoutVars>
      </dgm:prSet>
      <dgm:spPr/>
    </dgm:pt>
    <dgm:pt modelId="{ACD544D3-5272-4483-AB3F-E30ADA27069E}" type="pres">
      <dgm:prSet presAssocID="{550EE4D9-4807-4B55-85C8-118E8FFC80DA}" presName="sp" presStyleCnt="0"/>
      <dgm:spPr/>
    </dgm:pt>
    <dgm:pt modelId="{92E62A58-2F89-4651-AC52-C45997725530}" type="pres">
      <dgm:prSet presAssocID="{4045548D-B74C-4D20-9E6E-5CE13F960C3C}" presName="linNode" presStyleCnt="0"/>
      <dgm:spPr/>
    </dgm:pt>
    <dgm:pt modelId="{B6D58A57-108C-432F-BCBE-ADAAC4812B42}" type="pres">
      <dgm:prSet presAssocID="{4045548D-B74C-4D20-9E6E-5CE13F960C3C}" presName="parentText" presStyleLbl="node1" presStyleIdx="1" presStyleCnt="5" custScaleX="29956" custScaleY="81513">
        <dgm:presLayoutVars>
          <dgm:chMax val="1"/>
          <dgm:bulletEnabled val="1"/>
        </dgm:presLayoutVars>
      </dgm:prSet>
      <dgm:spPr/>
    </dgm:pt>
    <dgm:pt modelId="{554AA11A-6849-414D-9A9E-F324DA443212}" type="pres">
      <dgm:prSet presAssocID="{4045548D-B74C-4D20-9E6E-5CE13F960C3C}" presName="descendantText" presStyleLbl="alignAccFollowNode1" presStyleIdx="1" presStyleCnt="5">
        <dgm:presLayoutVars>
          <dgm:bulletEnabled val="1"/>
        </dgm:presLayoutVars>
      </dgm:prSet>
      <dgm:spPr/>
    </dgm:pt>
    <dgm:pt modelId="{8DA66768-237C-4AAC-92EE-9B66DA676EFD}" type="pres">
      <dgm:prSet presAssocID="{E1B48218-C283-44ED-8D81-8B8EDBAF52EA}" presName="sp" presStyleCnt="0"/>
      <dgm:spPr/>
    </dgm:pt>
    <dgm:pt modelId="{0AC40E01-374A-4092-9EA1-247E8E02CF9B}" type="pres">
      <dgm:prSet presAssocID="{2FC8058E-18AC-4EAA-ADCE-440E0E54C6A9}" presName="linNode" presStyleCnt="0"/>
      <dgm:spPr/>
    </dgm:pt>
    <dgm:pt modelId="{4B3C770F-D2AE-43FE-9C67-6916341107AB}" type="pres">
      <dgm:prSet presAssocID="{2FC8058E-18AC-4EAA-ADCE-440E0E54C6A9}" presName="parentText" presStyleLbl="node1" presStyleIdx="2" presStyleCnt="5" custScaleX="29956" custScaleY="80065">
        <dgm:presLayoutVars>
          <dgm:chMax val="1"/>
          <dgm:bulletEnabled val="1"/>
        </dgm:presLayoutVars>
      </dgm:prSet>
      <dgm:spPr/>
    </dgm:pt>
    <dgm:pt modelId="{D22D94FF-AAA8-40C9-B822-9FB873BB820F}" type="pres">
      <dgm:prSet presAssocID="{2FC8058E-18AC-4EAA-ADCE-440E0E54C6A9}" presName="descendantText" presStyleLbl="alignAccFollowNode1" presStyleIdx="2" presStyleCnt="5">
        <dgm:presLayoutVars>
          <dgm:bulletEnabled val="1"/>
        </dgm:presLayoutVars>
      </dgm:prSet>
      <dgm:spPr/>
    </dgm:pt>
    <dgm:pt modelId="{0606AE7B-1A1E-4D87-B80B-7B43A4A56D11}" type="pres">
      <dgm:prSet presAssocID="{B1775394-8C62-4300-B481-2490E811A2A4}" presName="sp" presStyleCnt="0"/>
      <dgm:spPr/>
    </dgm:pt>
    <dgm:pt modelId="{5B6904A1-2607-44FE-A959-7028B2F45135}" type="pres">
      <dgm:prSet presAssocID="{3E409D1D-8751-416B-BD0B-27DC59F8D0D6}" presName="linNode" presStyleCnt="0"/>
      <dgm:spPr/>
    </dgm:pt>
    <dgm:pt modelId="{D3C3D0CC-92EA-46A0-84EB-37F73817F3B9}" type="pres">
      <dgm:prSet presAssocID="{3E409D1D-8751-416B-BD0B-27DC59F8D0D6}" presName="parentText" presStyleLbl="node1" presStyleIdx="3" presStyleCnt="5" custScaleX="29936" custScaleY="79082">
        <dgm:presLayoutVars>
          <dgm:chMax val="1"/>
          <dgm:bulletEnabled val="1"/>
        </dgm:presLayoutVars>
      </dgm:prSet>
      <dgm:spPr/>
    </dgm:pt>
    <dgm:pt modelId="{317F480A-8C33-40F9-9F77-C7CC13E17C89}" type="pres">
      <dgm:prSet presAssocID="{3E409D1D-8751-416B-BD0B-27DC59F8D0D6}" presName="descendantText" presStyleLbl="alignAccFollowNode1" presStyleIdx="3" presStyleCnt="5">
        <dgm:presLayoutVars>
          <dgm:bulletEnabled val="1"/>
        </dgm:presLayoutVars>
      </dgm:prSet>
      <dgm:spPr/>
    </dgm:pt>
    <dgm:pt modelId="{BFADBE53-5C79-4BB9-960B-E9EFBDA46708}" type="pres">
      <dgm:prSet presAssocID="{1C2EE675-1E0A-408C-9BE8-BF1ABE6639CF}" presName="sp" presStyleCnt="0"/>
      <dgm:spPr/>
    </dgm:pt>
    <dgm:pt modelId="{6B494C73-C901-468D-97D2-7760AFF0A218}" type="pres">
      <dgm:prSet presAssocID="{29155360-F2F2-4935-9D07-2706AE1CD4A4}" presName="linNode" presStyleCnt="0"/>
      <dgm:spPr/>
    </dgm:pt>
    <dgm:pt modelId="{94F87D9D-C374-480F-A9D5-6BAE9E1D24D7}" type="pres">
      <dgm:prSet presAssocID="{29155360-F2F2-4935-9D07-2706AE1CD4A4}" presName="parentText" presStyleLbl="node1" presStyleIdx="4" presStyleCnt="5" custScaleX="29370" custScaleY="100182" custLinFactNeighborX="534" custLinFactNeighborY="194">
        <dgm:presLayoutVars>
          <dgm:chMax val="1"/>
          <dgm:bulletEnabled val="1"/>
        </dgm:presLayoutVars>
      </dgm:prSet>
      <dgm:spPr/>
    </dgm:pt>
    <dgm:pt modelId="{DEC6C39A-A127-4485-81F4-BF2F323C2A77}" type="pres">
      <dgm:prSet presAssocID="{29155360-F2F2-4935-9D07-2706AE1CD4A4}" presName="descendantText" presStyleLbl="alignAccFollowNode1" presStyleIdx="4" presStyleCnt="5" custScaleY="122678">
        <dgm:presLayoutVars>
          <dgm:bulletEnabled val="1"/>
        </dgm:presLayoutVars>
      </dgm:prSet>
      <dgm:spPr/>
    </dgm:pt>
  </dgm:ptLst>
  <dgm:cxnLst>
    <dgm:cxn modelId="{74303B09-6245-4E83-8C6E-A7B5D82811AC}" srcId="{2AFF04F2-0F54-458F-A09F-717442087AFB}" destId="{29155360-F2F2-4935-9D07-2706AE1CD4A4}" srcOrd="4" destOrd="0" parTransId="{DF2D1444-F522-4FAF-90AF-A09268F2F7F5}" sibTransId="{48F59182-2E42-4A72-9306-517D27D82289}"/>
    <dgm:cxn modelId="{15861F13-61BD-410D-9484-A97E4B0CCA4A}" type="presOf" srcId="{2B6FC07C-8A9B-43D3-8CE9-8361F830AA6C}" destId="{D22D94FF-AAA8-40C9-B822-9FB873BB820F}" srcOrd="0" destOrd="0" presId="urn:microsoft.com/office/officeart/2005/8/layout/vList5"/>
    <dgm:cxn modelId="{D0037E32-6344-45D8-AA53-5D7190305958}" srcId="{2AFF04F2-0F54-458F-A09F-717442087AFB}" destId="{719CD49C-832D-4A88-ABA1-1D38AB3EF107}" srcOrd="0" destOrd="0" parTransId="{E060A252-7375-4CF7-88A5-448F4598D809}" sibTransId="{550EE4D9-4807-4B55-85C8-118E8FFC80DA}"/>
    <dgm:cxn modelId="{9058C539-B3C1-484A-A12E-43015FE34634}" srcId="{719CD49C-832D-4A88-ABA1-1D38AB3EF107}" destId="{87662E60-E101-40E8-9E2C-4415B1E72AF9}" srcOrd="0" destOrd="0" parTransId="{86C1997D-59ED-4745-A447-9164C8FE9CEA}" sibTransId="{F4862C7C-BD0A-473C-9100-3525660D0005}"/>
    <dgm:cxn modelId="{6A21A43D-D68E-4BB6-97EE-481FCB0B312A}" type="presOf" srcId="{3E409D1D-8751-416B-BD0B-27DC59F8D0D6}" destId="{D3C3D0CC-92EA-46A0-84EB-37F73817F3B9}" srcOrd="0" destOrd="0" presId="urn:microsoft.com/office/officeart/2005/8/layout/vList5"/>
    <dgm:cxn modelId="{1A1BEF5B-B859-4963-8733-73C1FAFB4F82}" srcId="{29155360-F2F2-4935-9D07-2706AE1CD4A4}" destId="{75477F15-EFC3-4842-A04A-939EC8B0F09F}" srcOrd="0" destOrd="0" parTransId="{5709DEE1-ED09-4BEA-9097-E7EB51960662}" sibTransId="{2CDB4CF7-1084-41FB-86EF-35A07AF38F04}"/>
    <dgm:cxn modelId="{CDF7C060-D5B1-41D1-9260-6725DD942A73}" type="presOf" srcId="{87662E60-E101-40E8-9E2C-4415B1E72AF9}" destId="{67CAA7FF-E2EF-4A5C-8A6C-39967C3D42F6}" srcOrd="0" destOrd="0" presId="urn:microsoft.com/office/officeart/2005/8/layout/vList5"/>
    <dgm:cxn modelId="{F1254762-4F38-48CE-9EDF-B0E64AA50E30}" type="presOf" srcId="{75477F15-EFC3-4842-A04A-939EC8B0F09F}" destId="{DEC6C39A-A127-4485-81F4-BF2F323C2A77}" srcOrd="0" destOrd="0" presId="urn:microsoft.com/office/officeart/2005/8/layout/vList5"/>
    <dgm:cxn modelId="{79F4C665-F77D-4856-AF70-0EC3AFCFE5B0}" type="presOf" srcId="{D0E31410-CDCC-4C5F-8429-0623977C4DF2}" destId="{317F480A-8C33-40F9-9F77-C7CC13E17C89}" srcOrd="0" destOrd="0" presId="urn:microsoft.com/office/officeart/2005/8/layout/vList5"/>
    <dgm:cxn modelId="{6BA84271-5B73-4D72-8159-E22FBD07F906}" srcId="{2AFF04F2-0F54-458F-A09F-717442087AFB}" destId="{3E409D1D-8751-416B-BD0B-27DC59F8D0D6}" srcOrd="3" destOrd="0" parTransId="{1C64FDC9-B0AC-41E8-AF5A-F2BDB50B42E1}" sibTransId="{1C2EE675-1E0A-408C-9BE8-BF1ABE6639CF}"/>
    <dgm:cxn modelId="{A2249E85-C975-4931-AF71-3317DA96777B}" type="presOf" srcId="{2AFF04F2-0F54-458F-A09F-717442087AFB}" destId="{B0849624-1846-4845-B4BE-FF4C57855E73}" srcOrd="0" destOrd="0" presId="urn:microsoft.com/office/officeart/2005/8/layout/vList5"/>
    <dgm:cxn modelId="{BEE70391-D7AE-4C10-A78F-8B3D8A70A6A6}" type="presOf" srcId="{719CD49C-832D-4A88-ABA1-1D38AB3EF107}" destId="{878CFC51-EF2C-4ABC-AC3F-C0001287C09A}" srcOrd="0" destOrd="0" presId="urn:microsoft.com/office/officeart/2005/8/layout/vList5"/>
    <dgm:cxn modelId="{8342BEBD-ED52-456E-BA6F-FA5CDDA88032}" type="presOf" srcId="{29155360-F2F2-4935-9D07-2706AE1CD4A4}" destId="{94F87D9D-C374-480F-A9D5-6BAE9E1D24D7}" srcOrd="0" destOrd="0" presId="urn:microsoft.com/office/officeart/2005/8/layout/vList5"/>
    <dgm:cxn modelId="{72A081C0-672B-4219-824D-E89411567502}" srcId="{2AFF04F2-0F54-458F-A09F-717442087AFB}" destId="{2FC8058E-18AC-4EAA-ADCE-440E0E54C6A9}" srcOrd="2" destOrd="0" parTransId="{F0FE477D-ACFA-44F0-8865-1F22FF6BDF4A}" sibTransId="{B1775394-8C62-4300-B481-2490E811A2A4}"/>
    <dgm:cxn modelId="{56338FC0-5DF8-4179-B5D8-B78E024BFFE3}" srcId="{3E409D1D-8751-416B-BD0B-27DC59F8D0D6}" destId="{D0E31410-CDCC-4C5F-8429-0623977C4DF2}" srcOrd="0" destOrd="0" parTransId="{8F462461-9CD6-4E8D-8641-F5C2AA4DC99C}" sibTransId="{A703F22C-559C-49E1-AA6A-556805CFFFA5}"/>
    <dgm:cxn modelId="{076450C1-76CB-4C84-BA3F-3168A861936B}" type="presOf" srcId="{8381BC58-079F-4D7E-89B5-4AF438BAAA12}" destId="{554AA11A-6849-414D-9A9E-F324DA443212}" srcOrd="0" destOrd="0" presId="urn:microsoft.com/office/officeart/2005/8/layout/vList5"/>
    <dgm:cxn modelId="{B40EF6D4-4A77-439B-B81B-8D5212470A96}" srcId="{2FC8058E-18AC-4EAA-ADCE-440E0E54C6A9}" destId="{2B6FC07C-8A9B-43D3-8CE9-8361F830AA6C}" srcOrd="0" destOrd="0" parTransId="{AE9CDDC1-EBBC-4DC5-953C-CDC379E897EB}" sibTransId="{8DBB479A-7DC2-4CF6-A1E3-6AE0BA14D12F}"/>
    <dgm:cxn modelId="{37474FDE-D809-418D-8CBE-526AE09A4411}" type="presOf" srcId="{4045548D-B74C-4D20-9E6E-5CE13F960C3C}" destId="{B6D58A57-108C-432F-BCBE-ADAAC4812B42}" srcOrd="0" destOrd="0" presId="urn:microsoft.com/office/officeart/2005/8/layout/vList5"/>
    <dgm:cxn modelId="{62F509E4-842A-4CE3-A61A-0C945AAD3A31}" srcId="{4045548D-B74C-4D20-9E6E-5CE13F960C3C}" destId="{8381BC58-079F-4D7E-89B5-4AF438BAAA12}" srcOrd="0" destOrd="0" parTransId="{4BA17886-CE5E-4DB9-8403-65A6EB088EF8}" sibTransId="{F3F9141A-42B7-4F7F-8A20-FF86E53C3C4D}"/>
    <dgm:cxn modelId="{EC83A0EB-8303-40F9-A57E-5D53909A62D9}" srcId="{2AFF04F2-0F54-458F-A09F-717442087AFB}" destId="{4045548D-B74C-4D20-9E6E-5CE13F960C3C}" srcOrd="1" destOrd="0" parTransId="{761A8103-26C6-4A94-A687-A29C73CE8984}" sibTransId="{E1B48218-C283-44ED-8D81-8B8EDBAF52EA}"/>
    <dgm:cxn modelId="{EE65A9F1-2806-466C-80B7-6868D6A4B3C8}" type="presOf" srcId="{2FC8058E-18AC-4EAA-ADCE-440E0E54C6A9}" destId="{4B3C770F-D2AE-43FE-9C67-6916341107AB}" srcOrd="0" destOrd="0" presId="urn:microsoft.com/office/officeart/2005/8/layout/vList5"/>
    <dgm:cxn modelId="{1CC2B1DD-C87C-44E6-A22E-86144636F26A}" type="presParOf" srcId="{B0849624-1846-4845-B4BE-FF4C57855E73}" destId="{8E222D93-ADF5-45EE-ACC4-EE04B3AA062B}" srcOrd="0" destOrd="0" presId="urn:microsoft.com/office/officeart/2005/8/layout/vList5"/>
    <dgm:cxn modelId="{7B6F89D0-D589-45DF-9B8C-EA6E2ED47B97}" type="presParOf" srcId="{8E222D93-ADF5-45EE-ACC4-EE04B3AA062B}" destId="{878CFC51-EF2C-4ABC-AC3F-C0001287C09A}" srcOrd="0" destOrd="0" presId="urn:microsoft.com/office/officeart/2005/8/layout/vList5"/>
    <dgm:cxn modelId="{ACDF55F1-DAA1-435A-944D-14805AD7B7AA}" type="presParOf" srcId="{8E222D93-ADF5-45EE-ACC4-EE04B3AA062B}" destId="{67CAA7FF-E2EF-4A5C-8A6C-39967C3D42F6}" srcOrd="1" destOrd="0" presId="urn:microsoft.com/office/officeart/2005/8/layout/vList5"/>
    <dgm:cxn modelId="{E603533C-60E8-4414-8312-B2DD44039F48}" type="presParOf" srcId="{B0849624-1846-4845-B4BE-FF4C57855E73}" destId="{ACD544D3-5272-4483-AB3F-E30ADA27069E}" srcOrd="1" destOrd="0" presId="urn:microsoft.com/office/officeart/2005/8/layout/vList5"/>
    <dgm:cxn modelId="{426D0F3E-7FF1-4757-90CE-950518D116F4}" type="presParOf" srcId="{B0849624-1846-4845-B4BE-FF4C57855E73}" destId="{92E62A58-2F89-4651-AC52-C45997725530}" srcOrd="2" destOrd="0" presId="urn:microsoft.com/office/officeart/2005/8/layout/vList5"/>
    <dgm:cxn modelId="{E370550A-B582-4EA1-91CB-2A78B4201483}" type="presParOf" srcId="{92E62A58-2F89-4651-AC52-C45997725530}" destId="{B6D58A57-108C-432F-BCBE-ADAAC4812B42}" srcOrd="0" destOrd="0" presId="urn:microsoft.com/office/officeart/2005/8/layout/vList5"/>
    <dgm:cxn modelId="{966B2113-6533-46E5-9C52-7630EC15B4A4}" type="presParOf" srcId="{92E62A58-2F89-4651-AC52-C45997725530}" destId="{554AA11A-6849-414D-9A9E-F324DA443212}" srcOrd="1" destOrd="0" presId="urn:microsoft.com/office/officeart/2005/8/layout/vList5"/>
    <dgm:cxn modelId="{5AE66638-E45E-4BD0-88A2-2CD883AF6EC6}" type="presParOf" srcId="{B0849624-1846-4845-B4BE-FF4C57855E73}" destId="{8DA66768-237C-4AAC-92EE-9B66DA676EFD}" srcOrd="3" destOrd="0" presId="urn:microsoft.com/office/officeart/2005/8/layout/vList5"/>
    <dgm:cxn modelId="{7D6E2415-E138-4254-8652-10C991B958C9}" type="presParOf" srcId="{B0849624-1846-4845-B4BE-FF4C57855E73}" destId="{0AC40E01-374A-4092-9EA1-247E8E02CF9B}" srcOrd="4" destOrd="0" presId="urn:microsoft.com/office/officeart/2005/8/layout/vList5"/>
    <dgm:cxn modelId="{196FB5E4-8A2C-4BD0-8642-FF78F6455198}" type="presParOf" srcId="{0AC40E01-374A-4092-9EA1-247E8E02CF9B}" destId="{4B3C770F-D2AE-43FE-9C67-6916341107AB}" srcOrd="0" destOrd="0" presId="urn:microsoft.com/office/officeart/2005/8/layout/vList5"/>
    <dgm:cxn modelId="{68C67E80-1DE7-4213-806F-E7C6FBBB8738}" type="presParOf" srcId="{0AC40E01-374A-4092-9EA1-247E8E02CF9B}" destId="{D22D94FF-AAA8-40C9-B822-9FB873BB820F}" srcOrd="1" destOrd="0" presId="urn:microsoft.com/office/officeart/2005/8/layout/vList5"/>
    <dgm:cxn modelId="{D578496C-C0C1-4E4E-9C8D-9AD86CD4995F}" type="presParOf" srcId="{B0849624-1846-4845-B4BE-FF4C57855E73}" destId="{0606AE7B-1A1E-4D87-B80B-7B43A4A56D11}" srcOrd="5" destOrd="0" presId="urn:microsoft.com/office/officeart/2005/8/layout/vList5"/>
    <dgm:cxn modelId="{56642488-C212-496F-A1C8-750C122DA9F9}" type="presParOf" srcId="{B0849624-1846-4845-B4BE-FF4C57855E73}" destId="{5B6904A1-2607-44FE-A959-7028B2F45135}" srcOrd="6" destOrd="0" presId="urn:microsoft.com/office/officeart/2005/8/layout/vList5"/>
    <dgm:cxn modelId="{A2B770D8-2C2E-4FE7-851D-C5D4234286DB}" type="presParOf" srcId="{5B6904A1-2607-44FE-A959-7028B2F45135}" destId="{D3C3D0CC-92EA-46A0-84EB-37F73817F3B9}" srcOrd="0" destOrd="0" presId="urn:microsoft.com/office/officeart/2005/8/layout/vList5"/>
    <dgm:cxn modelId="{1F70F5F7-B9DD-4885-94E6-497AE0D13841}" type="presParOf" srcId="{5B6904A1-2607-44FE-A959-7028B2F45135}" destId="{317F480A-8C33-40F9-9F77-C7CC13E17C89}" srcOrd="1" destOrd="0" presId="urn:microsoft.com/office/officeart/2005/8/layout/vList5"/>
    <dgm:cxn modelId="{BAE974D1-56D1-46B4-8DCF-F8736C5D0502}" type="presParOf" srcId="{B0849624-1846-4845-B4BE-FF4C57855E73}" destId="{BFADBE53-5C79-4BB9-960B-E9EFBDA46708}" srcOrd="7" destOrd="0" presId="urn:microsoft.com/office/officeart/2005/8/layout/vList5"/>
    <dgm:cxn modelId="{17801A21-64C1-463C-9C69-18D13780BF79}" type="presParOf" srcId="{B0849624-1846-4845-B4BE-FF4C57855E73}" destId="{6B494C73-C901-468D-97D2-7760AFF0A218}" srcOrd="8" destOrd="0" presId="urn:microsoft.com/office/officeart/2005/8/layout/vList5"/>
    <dgm:cxn modelId="{9B360CC8-D1E2-4099-BDD4-5830856D13EA}" type="presParOf" srcId="{6B494C73-C901-468D-97D2-7760AFF0A218}" destId="{94F87D9D-C374-480F-A9D5-6BAE9E1D24D7}" srcOrd="0" destOrd="0" presId="urn:microsoft.com/office/officeart/2005/8/layout/vList5"/>
    <dgm:cxn modelId="{CF775A4B-0C65-4F5F-A4DD-C8D6F923A000}" type="presParOf" srcId="{6B494C73-C901-468D-97D2-7760AFF0A218}" destId="{DEC6C39A-A127-4485-81F4-BF2F323C2A7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7D8256-1659-432A-9D0B-7F4F9320D9EB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952668C-975F-470E-85AE-4A2C08912C7D}">
      <dgm:prSet/>
      <dgm:spPr/>
      <dgm:t>
        <a:bodyPr/>
        <a:lstStyle/>
        <a:p>
          <a:pPr algn="ctr"/>
          <a:r>
            <a:rPr lang="vi-VN"/>
            <a:t>Văn bản pháp luật và thủ tục hành chính ngày càng nhiều, nội dung </a:t>
          </a:r>
          <a:r>
            <a:rPr lang="vi-VN">
              <a:solidFill>
                <a:srgbClr val="FFFF00"/>
              </a:solidFill>
            </a:rPr>
            <a:t>dài</a:t>
          </a:r>
          <a:r>
            <a:rPr lang="vi-VN"/>
            <a:t> và </a:t>
          </a:r>
          <a:r>
            <a:rPr lang="vi-VN">
              <a:solidFill>
                <a:srgbClr val="FFFF00"/>
              </a:solidFill>
            </a:rPr>
            <a:t>phức tạp</a:t>
          </a:r>
          <a:endParaRPr lang="en-US">
            <a:solidFill>
              <a:srgbClr val="FFFF00"/>
            </a:solidFill>
          </a:endParaRPr>
        </a:p>
      </dgm:t>
    </dgm:pt>
    <dgm:pt modelId="{30B5313B-3348-4EC4-80AC-05838E0DB9D9}" type="parTrans" cxnId="{D8D81CBC-ACB1-4C68-9CD6-1E5807C36886}">
      <dgm:prSet/>
      <dgm:spPr/>
      <dgm:t>
        <a:bodyPr/>
        <a:lstStyle/>
        <a:p>
          <a:endParaRPr lang="en-US"/>
        </a:p>
      </dgm:t>
    </dgm:pt>
    <dgm:pt modelId="{5B4A5D51-046A-4696-96E4-08F5338ECAA4}" type="sibTrans" cxnId="{D8D81CBC-ACB1-4C68-9CD6-1E5807C36886}">
      <dgm:prSet/>
      <dgm:spPr/>
      <dgm:t>
        <a:bodyPr/>
        <a:lstStyle/>
        <a:p>
          <a:endParaRPr lang="en-US"/>
        </a:p>
      </dgm:t>
    </dgm:pt>
    <dgm:pt modelId="{BBFCAD1F-6F39-4234-B40F-8B63BE37F371}">
      <dgm:prSet/>
      <dgm:spPr/>
      <dgm:t>
        <a:bodyPr/>
        <a:lstStyle/>
        <a:p>
          <a:r>
            <a:rPr lang="vi-VN"/>
            <a:t>Người dân </a:t>
          </a:r>
          <a:r>
            <a:rPr lang="vi-VN">
              <a:solidFill>
                <a:srgbClr val="FFFF00"/>
              </a:solidFill>
            </a:rPr>
            <a:t>khó xác định đúng </a:t>
          </a:r>
          <a:r>
            <a:rPr lang="vi-VN"/>
            <a:t>văn bản áp dụng cho trường hợp cụ thể</a:t>
          </a:r>
          <a:endParaRPr lang="en-US"/>
        </a:p>
      </dgm:t>
    </dgm:pt>
    <dgm:pt modelId="{3DB67E2E-C3AC-4CE7-A8CC-E62A3CC77940}" type="parTrans" cxnId="{74E97931-FB1E-4D30-8719-7B1BA89FBB45}">
      <dgm:prSet/>
      <dgm:spPr/>
      <dgm:t>
        <a:bodyPr/>
        <a:lstStyle/>
        <a:p>
          <a:endParaRPr lang="en-US"/>
        </a:p>
      </dgm:t>
    </dgm:pt>
    <dgm:pt modelId="{41D804C3-B962-4D18-A28C-31F431C4FE4B}" type="sibTrans" cxnId="{74E97931-FB1E-4D30-8719-7B1BA89FBB45}">
      <dgm:prSet/>
      <dgm:spPr/>
      <dgm:t>
        <a:bodyPr/>
        <a:lstStyle/>
        <a:p>
          <a:endParaRPr lang="en-US"/>
        </a:p>
      </dgm:t>
    </dgm:pt>
    <dgm:pt modelId="{1A95AD2C-8602-4521-9F85-BD249395C58F}">
      <dgm:prSet/>
      <dgm:spPr/>
      <dgm:t>
        <a:bodyPr/>
        <a:lstStyle/>
        <a:p>
          <a:r>
            <a:rPr lang="vi-VN"/>
            <a:t>Tra cứu truyền thống dựa trên từ khóa cho ra </a:t>
          </a:r>
          <a:r>
            <a:rPr lang="vi-VN">
              <a:solidFill>
                <a:srgbClr val="FFFF00"/>
              </a:solidFill>
            </a:rPr>
            <a:t>nhiều kết quả, tốn thời gian </a:t>
          </a:r>
          <a:r>
            <a:rPr lang="vi-VN"/>
            <a:t>đọc</a:t>
          </a:r>
          <a:endParaRPr lang="en-US"/>
        </a:p>
      </dgm:t>
    </dgm:pt>
    <dgm:pt modelId="{F94EF732-8103-4938-8A2E-9FAB947846D4}" type="parTrans" cxnId="{3E04A8D9-3751-4BF2-92B3-F3E2E881017B}">
      <dgm:prSet/>
      <dgm:spPr/>
      <dgm:t>
        <a:bodyPr/>
        <a:lstStyle/>
        <a:p>
          <a:endParaRPr lang="en-US"/>
        </a:p>
      </dgm:t>
    </dgm:pt>
    <dgm:pt modelId="{000378A6-F7A1-434B-A5F6-F3AC68712710}" type="sibTrans" cxnId="{3E04A8D9-3751-4BF2-92B3-F3E2E881017B}">
      <dgm:prSet/>
      <dgm:spPr/>
      <dgm:t>
        <a:bodyPr/>
        <a:lstStyle/>
        <a:p>
          <a:endParaRPr lang="en-US"/>
        </a:p>
      </dgm:t>
    </dgm:pt>
    <dgm:pt modelId="{6934C57C-7B3A-40DE-BA47-5FC867B95CF2}">
      <dgm:prSet/>
      <dgm:spPr/>
      <dgm:t>
        <a:bodyPr/>
        <a:lstStyle/>
        <a:p>
          <a:r>
            <a:rPr lang="vi-VN"/>
            <a:t>Cần một công cụ hỗ trợ </a:t>
          </a:r>
          <a:r>
            <a:rPr lang="vi-VN">
              <a:solidFill>
                <a:srgbClr val="FFFF00"/>
              </a:solidFill>
            </a:rPr>
            <a:t>tra cứu chính xác </a:t>
          </a:r>
          <a:r>
            <a:rPr lang="vi-VN"/>
            <a:t>và dễ sử dụng</a:t>
          </a:r>
          <a:endParaRPr lang="en-US"/>
        </a:p>
      </dgm:t>
    </dgm:pt>
    <dgm:pt modelId="{CF5242B8-A6CF-416F-9202-4D4348D72933}" type="parTrans" cxnId="{1754B72C-080F-4AB5-985E-A0330CCF74D3}">
      <dgm:prSet/>
      <dgm:spPr/>
      <dgm:t>
        <a:bodyPr/>
        <a:lstStyle/>
        <a:p>
          <a:endParaRPr lang="en-US"/>
        </a:p>
      </dgm:t>
    </dgm:pt>
    <dgm:pt modelId="{736EBDE0-3646-4084-A18B-26CD059F2DC2}" type="sibTrans" cxnId="{1754B72C-080F-4AB5-985E-A0330CCF74D3}">
      <dgm:prSet/>
      <dgm:spPr/>
      <dgm:t>
        <a:bodyPr/>
        <a:lstStyle/>
        <a:p>
          <a:endParaRPr lang="en-US"/>
        </a:p>
      </dgm:t>
    </dgm:pt>
    <dgm:pt modelId="{1A505E1F-7E50-4550-A2DD-2D0FE18DF708}" type="pres">
      <dgm:prSet presAssocID="{687D8256-1659-432A-9D0B-7F4F9320D9EB}" presName="linear" presStyleCnt="0">
        <dgm:presLayoutVars>
          <dgm:animLvl val="lvl"/>
          <dgm:resizeHandles val="exact"/>
        </dgm:presLayoutVars>
      </dgm:prSet>
      <dgm:spPr/>
    </dgm:pt>
    <dgm:pt modelId="{C5456BC3-3D31-4508-90EF-1116974015CB}" type="pres">
      <dgm:prSet presAssocID="{E952668C-975F-470E-85AE-4A2C08912C7D}" presName="parentText" presStyleLbl="node1" presStyleIdx="0" presStyleCnt="4" custLinFactNeighborY="-42592">
        <dgm:presLayoutVars>
          <dgm:chMax val="0"/>
          <dgm:bulletEnabled val="1"/>
        </dgm:presLayoutVars>
      </dgm:prSet>
      <dgm:spPr/>
    </dgm:pt>
    <dgm:pt modelId="{8F6A2E19-6948-4892-A599-90ED27A180BD}" type="pres">
      <dgm:prSet presAssocID="{5B4A5D51-046A-4696-96E4-08F5338ECAA4}" presName="spacer" presStyleCnt="0"/>
      <dgm:spPr/>
    </dgm:pt>
    <dgm:pt modelId="{76945E8F-1974-4762-9C06-4563595EB150}" type="pres">
      <dgm:prSet presAssocID="{BBFCAD1F-6F39-4234-B40F-8B63BE37F37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8FD6627-CAD7-4C4F-83A2-358D7F0DA129}" type="pres">
      <dgm:prSet presAssocID="{41D804C3-B962-4D18-A28C-31F431C4FE4B}" presName="spacer" presStyleCnt="0"/>
      <dgm:spPr/>
    </dgm:pt>
    <dgm:pt modelId="{6ECC9D67-1E04-4027-B2D4-7A1CDF3B2167}" type="pres">
      <dgm:prSet presAssocID="{1A95AD2C-8602-4521-9F85-BD249395C5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4901F1-F2F8-4223-AB6A-DA216B48C96F}" type="pres">
      <dgm:prSet presAssocID="{000378A6-F7A1-434B-A5F6-F3AC68712710}" presName="spacer" presStyleCnt="0"/>
      <dgm:spPr/>
    </dgm:pt>
    <dgm:pt modelId="{07984677-3E4D-4AD4-99E6-2DF35E91BDB7}" type="pres">
      <dgm:prSet presAssocID="{6934C57C-7B3A-40DE-BA47-5FC867B95CF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A33EB0B-992F-4520-9F81-CDCE64D54E41}" type="presOf" srcId="{6934C57C-7B3A-40DE-BA47-5FC867B95CF2}" destId="{07984677-3E4D-4AD4-99E6-2DF35E91BDB7}" srcOrd="0" destOrd="0" presId="urn:microsoft.com/office/officeart/2005/8/layout/vList2"/>
    <dgm:cxn modelId="{1754B72C-080F-4AB5-985E-A0330CCF74D3}" srcId="{687D8256-1659-432A-9D0B-7F4F9320D9EB}" destId="{6934C57C-7B3A-40DE-BA47-5FC867B95CF2}" srcOrd="3" destOrd="0" parTransId="{CF5242B8-A6CF-416F-9202-4D4348D72933}" sibTransId="{736EBDE0-3646-4084-A18B-26CD059F2DC2}"/>
    <dgm:cxn modelId="{2D127A2F-276B-485C-A548-D86EF48D4A80}" type="presOf" srcId="{BBFCAD1F-6F39-4234-B40F-8B63BE37F371}" destId="{76945E8F-1974-4762-9C06-4563595EB150}" srcOrd="0" destOrd="0" presId="urn:microsoft.com/office/officeart/2005/8/layout/vList2"/>
    <dgm:cxn modelId="{74E97931-FB1E-4D30-8719-7B1BA89FBB45}" srcId="{687D8256-1659-432A-9D0B-7F4F9320D9EB}" destId="{BBFCAD1F-6F39-4234-B40F-8B63BE37F371}" srcOrd="1" destOrd="0" parTransId="{3DB67E2E-C3AC-4CE7-A8CC-E62A3CC77940}" sibTransId="{41D804C3-B962-4D18-A28C-31F431C4FE4B}"/>
    <dgm:cxn modelId="{43A7035D-125A-41E8-9909-783C8F4B6A81}" type="presOf" srcId="{1A95AD2C-8602-4521-9F85-BD249395C58F}" destId="{6ECC9D67-1E04-4027-B2D4-7A1CDF3B2167}" srcOrd="0" destOrd="0" presId="urn:microsoft.com/office/officeart/2005/8/layout/vList2"/>
    <dgm:cxn modelId="{6B126369-A72F-4D32-8FCB-09DA8C050E8E}" type="presOf" srcId="{687D8256-1659-432A-9D0B-7F4F9320D9EB}" destId="{1A505E1F-7E50-4550-A2DD-2D0FE18DF708}" srcOrd="0" destOrd="0" presId="urn:microsoft.com/office/officeart/2005/8/layout/vList2"/>
    <dgm:cxn modelId="{5A37EF6D-4B48-4792-93D0-DAE0BF396595}" type="presOf" srcId="{E952668C-975F-470E-85AE-4A2C08912C7D}" destId="{C5456BC3-3D31-4508-90EF-1116974015CB}" srcOrd="0" destOrd="0" presId="urn:microsoft.com/office/officeart/2005/8/layout/vList2"/>
    <dgm:cxn modelId="{D8D81CBC-ACB1-4C68-9CD6-1E5807C36886}" srcId="{687D8256-1659-432A-9D0B-7F4F9320D9EB}" destId="{E952668C-975F-470E-85AE-4A2C08912C7D}" srcOrd="0" destOrd="0" parTransId="{30B5313B-3348-4EC4-80AC-05838E0DB9D9}" sibTransId="{5B4A5D51-046A-4696-96E4-08F5338ECAA4}"/>
    <dgm:cxn modelId="{3E04A8D9-3751-4BF2-92B3-F3E2E881017B}" srcId="{687D8256-1659-432A-9D0B-7F4F9320D9EB}" destId="{1A95AD2C-8602-4521-9F85-BD249395C58F}" srcOrd="2" destOrd="0" parTransId="{F94EF732-8103-4938-8A2E-9FAB947846D4}" sibTransId="{000378A6-F7A1-434B-A5F6-F3AC68712710}"/>
    <dgm:cxn modelId="{A2585614-8898-4014-A72E-FBAF6FEDCDE1}" type="presParOf" srcId="{1A505E1F-7E50-4550-A2DD-2D0FE18DF708}" destId="{C5456BC3-3D31-4508-90EF-1116974015CB}" srcOrd="0" destOrd="0" presId="urn:microsoft.com/office/officeart/2005/8/layout/vList2"/>
    <dgm:cxn modelId="{197AACD1-DDB4-4573-B853-0ADB4DF74D6A}" type="presParOf" srcId="{1A505E1F-7E50-4550-A2DD-2D0FE18DF708}" destId="{8F6A2E19-6948-4892-A599-90ED27A180BD}" srcOrd="1" destOrd="0" presId="urn:microsoft.com/office/officeart/2005/8/layout/vList2"/>
    <dgm:cxn modelId="{BB8574CF-E054-4DE1-AA10-2DE326AEEDC3}" type="presParOf" srcId="{1A505E1F-7E50-4550-A2DD-2D0FE18DF708}" destId="{76945E8F-1974-4762-9C06-4563595EB150}" srcOrd="2" destOrd="0" presId="urn:microsoft.com/office/officeart/2005/8/layout/vList2"/>
    <dgm:cxn modelId="{987A1499-F91F-430B-8797-ED7017A1F485}" type="presParOf" srcId="{1A505E1F-7E50-4550-A2DD-2D0FE18DF708}" destId="{28FD6627-CAD7-4C4F-83A2-358D7F0DA129}" srcOrd="3" destOrd="0" presId="urn:microsoft.com/office/officeart/2005/8/layout/vList2"/>
    <dgm:cxn modelId="{94246274-BC22-45FB-97E4-C0C5EE277B1A}" type="presParOf" srcId="{1A505E1F-7E50-4550-A2DD-2D0FE18DF708}" destId="{6ECC9D67-1E04-4027-B2D4-7A1CDF3B2167}" srcOrd="4" destOrd="0" presId="urn:microsoft.com/office/officeart/2005/8/layout/vList2"/>
    <dgm:cxn modelId="{7A7A1B76-4E46-4D31-9907-7E4757F1B4C4}" type="presParOf" srcId="{1A505E1F-7E50-4550-A2DD-2D0FE18DF708}" destId="{AD4901F1-F2F8-4223-AB6A-DA216B48C96F}" srcOrd="5" destOrd="0" presId="urn:microsoft.com/office/officeart/2005/8/layout/vList2"/>
    <dgm:cxn modelId="{8A497A1C-69B4-4140-A3FA-810A966D4DD0}" type="presParOf" srcId="{1A505E1F-7E50-4550-A2DD-2D0FE18DF708}" destId="{07984677-3E4D-4AD4-99E6-2DF35E91BD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60F227-CB74-4BE9-86AA-9CF02FD38126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EC824A8-B076-43B5-857A-4A2B79A70665}">
      <dgm:prSet custT="1"/>
      <dgm:spPr/>
      <dgm:t>
        <a:bodyPr/>
        <a:lstStyle/>
        <a:p>
          <a:r>
            <a:rPr lang="vi-VN" sz="2900"/>
            <a:t> </a:t>
          </a:r>
          <a:r>
            <a:rPr lang="vi-VN" sz="2600" err="1">
              <a:latin typeface="+mn-lt"/>
            </a:rPr>
            <a:t>Keyword</a:t>
          </a:r>
          <a:r>
            <a:rPr lang="vi-VN" sz="2600">
              <a:latin typeface="+mn-lt"/>
            </a:rPr>
            <a:t> </a:t>
          </a:r>
          <a:r>
            <a:rPr lang="vi-VN" sz="2600" err="1">
              <a:latin typeface="+mn-lt"/>
            </a:rPr>
            <a:t>Search</a:t>
          </a:r>
          <a:endParaRPr lang="en-US" sz="2600">
            <a:latin typeface="+mn-lt"/>
          </a:endParaRPr>
        </a:p>
      </dgm:t>
    </dgm:pt>
    <dgm:pt modelId="{05E03CA2-03BC-44C0-B2CB-3A75F1AD56E6}" type="parTrans" cxnId="{94877D50-B939-41F3-B249-36AEB0DCDA1A}">
      <dgm:prSet/>
      <dgm:spPr/>
      <dgm:t>
        <a:bodyPr/>
        <a:lstStyle/>
        <a:p>
          <a:endParaRPr lang="en-US"/>
        </a:p>
      </dgm:t>
    </dgm:pt>
    <dgm:pt modelId="{1DCE7C29-B0A1-48D9-8349-0640B244F381}" type="sibTrans" cxnId="{94877D50-B939-41F3-B249-36AEB0DCDA1A}">
      <dgm:prSet/>
      <dgm:spPr/>
      <dgm:t>
        <a:bodyPr/>
        <a:lstStyle/>
        <a:p>
          <a:endParaRPr lang="en-US"/>
        </a:p>
      </dgm:t>
    </dgm:pt>
    <dgm:pt modelId="{D3A97D70-9866-4DFF-B8BB-8B722F391FD2}">
      <dgm:prSet custT="1"/>
      <dgm:spPr/>
      <dgm:t>
        <a:bodyPr/>
        <a:lstStyle/>
        <a:p>
          <a:pPr>
            <a:buNone/>
          </a:pP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– Nhanh, chính xác theo từ khóa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A163F3-E389-4F6A-923C-0339399F6D65}" type="parTrans" cxnId="{3F92F324-2124-4492-A096-C8A1B1369BBD}">
      <dgm:prSet/>
      <dgm:spPr/>
      <dgm:t>
        <a:bodyPr/>
        <a:lstStyle/>
        <a:p>
          <a:endParaRPr lang="en-US"/>
        </a:p>
      </dgm:t>
    </dgm:pt>
    <dgm:pt modelId="{CD4F9ABB-47FF-42B3-8CD2-B3B12817BFA1}" type="sibTrans" cxnId="{3F92F324-2124-4492-A096-C8A1B1369BBD}">
      <dgm:prSet/>
      <dgm:spPr/>
      <dgm:t>
        <a:bodyPr/>
        <a:lstStyle/>
        <a:p>
          <a:endParaRPr lang="en-US"/>
        </a:p>
      </dgm:t>
    </dgm:pt>
    <dgm:pt modelId="{D26D2B16-BC32-4804-A286-859A18265F8D}">
      <dgm:prSet custT="1"/>
      <dgm:spPr/>
      <dgm:t>
        <a:bodyPr/>
        <a:lstStyle/>
        <a:p>
          <a:pPr>
            <a:buNone/>
          </a:pP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– Trả về quá nhiều kết quả, cần đọc thủ</a:t>
          </a:r>
          <a:r>
            <a:rPr lang="en-US" sz="26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công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BF213D-122F-42FB-9C03-08F007BA3FFD}" type="parTrans" cxnId="{3B7D9EB4-F844-4869-A620-C4DAA1FDD33F}">
      <dgm:prSet/>
      <dgm:spPr/>
      <dgm:t>
        <a:bodyPr/>
        <a:lstStyle/>
        <a:p>
          <a:endParaRPr lang="en-US"/>
        </a:p>
      </dgm:t>
    </dgm:pt>
    <dgm:pt modelId="{11D5C53E-695A-42EF-B3B6-54574E21FB52}" type="sibTrans" cxnId="{3B7D9EB4-F844-4869-A620-C4DAA1FDD33F}">
      <dgm:prSet/>
      <dgm:spPr/>
      <dgm:t>
        <a:bodyPr/>
        <a:lstStyle/>
        <a:p>
          <a:endParaRPr lang="en-US"/>
        </a:p>
      </dgm:t>
    </dgm:pt>
    <dgm:pt modelId="{80FCF9D7-2AB3-4720-B5A3-917C2313E16E}">
      <dgm:prSet custT="1"/>
      <dgm:spPr/>
      <dgm:t>
        <a:bodyPr/>
        <a:lstStyle/>
        <a:p>
          <a:r>
            <a:rPr lang="en-US" sz="2600">
              <a:latin typeface="Arial" panose="020B0604020202020204" pitchFamily="34" charset="0"/>
              <a:cs typeface="Arial" panose="020B0604020202020204" pitchFamily="34" charset="0"/>
            </a:rPr>
            <a:t>LLM thuần (ChatGPT, Gemini)</a:t>
          </a:r>
        </a:p>
      </dgm:t>
    </dgm:pt>
    <dgm:pt modelId="{BC165533-A4EB-44C0-8893-043BFCE90751}" type="parTrans" cxnId="{B4C27785-296F-4003-AFD4-A857CE65AEDB}">
      <dgm:prSet/>
      <dgm:spPr/>
      <dgm:t>
        <a:bodyPr/>
        <a:lstStyle/>
        <a:p>
          <a:endParaRPr lang="en-US"/>
        </a:p>
      </dgm:t>
    </dgm:pt>
    <dgm:pt modelId="{0EAE2EE8-1DB4-48B5-AB91-296EE95A8753}" type="sibTrans" cxnId="{B4C27785-296F-4003-AFD4-A857CE65AEDB}">
      <dgm:prSet/>
      <dgm:spPr/>
      <dgm:t>
        <a:bodyPr/>
        <a:lstStyle/>
        <a:p>
          <a:endParaRPr lang="en-US"/>
        </a:p>
      </dgm:t>
    </dgm:pt>
    <dgm:pt modelId="{366090CE-B7B5-45E5-AB2E-D53ED634F3AD}">
      <dgm:prSet custT="1"/>
      <dgm:spPr/>
      <dgm:t>
        <a:bodyPr/>
        <a:lstStyle/>
        <a:p>
          <a:pPr>
            <a:buNone/>
          </a:pP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– </a:t>
          </a:r>
          <a:r>
            <a:rPr lang="en-US" sz="2600">
              <a:latin typeface="Arial" panose="020B0604020202020204" pitchFamily="34" charset="0"/>
              <a:cs typeface="Arial" panose="020B0604020202020204" pitchFamily="34" charset="0"/>
            </a:rPr>
            <a:t>Hiểu tốt ngôn ngữ tự nhiên</a:t>
          </a:r>
        </a:p>
      </dgm:t>
    </dgm:pt>
    <dgm:pt modelId="{7D27B204-FDCE-4094-9E9C-BC6BA53456B8}" type="parTrans" cxnId="{89451597-69AF-41AD-BE10-1C57D8586BDC}">
      <dgm:prSet/>
      <dgm:spPr/>
      <dgm:t>
        <a:bodyPr/>
        <a:lstStyle/>
        <a:p>
          <a:endParaRPr lang="en-US"/>
        </a:p>
      </dgm:t>
    </dgm:pt>
    <dgm:pt modelId="{988F302B-105C-4F04-9D4C-B4A6E43E9A9A}" type="sibTrans" cxnId="{89451597-69AF-41AD-BE10-1C57D8586BDC}">
      <dgm:prSet/>
      <dgm:spPr/>
      <dgm:t>
        <a:bodyPr/>
        <a:lstStyle/>
        <a:p>
          <a:endParaRPr lang="en-US"/>
        </a:p>
      </dgm:t>
    </dgm:pt>
    <dgm:pt modelId="{2420C2D3-FC87-4125-BC54-AABB561FF784}">
      <dgm:prSet custT="1"/>
      <dgm:spPr/>
      <dgm:t>
        <a:bodyPr/>
        <a:lstStyle/>
        <a:p>
          <a:pPr>
            <a:buNone/>
          </a:pP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– </a:t>
          </a:r>
          <a:r>
            <a:rPr lang="en-US" sz="2600">
              <a:latin typeface="Arial" panose="020B0604020202020204" pitchFamily="34" charset="0"/>
              <a:cs typeface="Arial" panose="020B0604020202020204" pitchFamily="34" charset="0"/>
            </a:rPr>
            <a:t>Có nguy cơ hallucination, không đảm bảo đúng văn bản</a:t>
          </a:r>
        </a:p>
      </dgm:t>
    </dgm:pt>
    <dgm:pt modelId="{B514403D-2554-41C2-8677-63FF49C2950A}" type="parTrans" cxnId="{81B24461-08BC-4E1E-BF52-F76B07D0FCD5}">
      <dgm:prSet/>
      <dgm:spPr/>
      <dgm:t>
        <a:bodyPr/>
        <a:lstStyle/>
        <a:p>
          <a:endParaRPr lang="en-US"/>
        </a:p>
      </dgm:t>
    </dgm:pt>
    <dgm:pt modelId="{D4DCD763-EB81-4FA3-BC3B-43E07F2B0791}" type="sibTrans" cxnId="{81B24461-08BC-4E1E-BF52-F76B07D0FCD5}">
      <dgm:prSet/>
      <dgm:spPr/>
      <dgm:t>
        <a:bodyPr/>
        <a:lstStyle/>
        <a:p>
          <a:endParaRPr lang="en-US"/>
        </a:p>
      </dgm:t>
    </dgm:pt>
    <dgm:pt modelId="{839DF8B7-CC25-4FA3-A475-BFDCECFCDB9B}" type="pres">
      <dgm:prSet presAssocID="{3B60F227-CB74-4BE9-86AA-9CF02FD38126}" presName="Name0" presStyleCnt="0">
        <dgm:presLayoutVars>
          <dgm:dir/>
          <dgm:animLvl val="lvl"/>
          <dgm:resizeHandles val="exact"/>
        </dgm:presLayoutVars>
      </dgm:prSet>
      <dgm:spPr/>
    </dgm:pt>
    <dgm:pt modelId="{9EBFA5F2-19CC-41B5-AA6D-752615D9A8AE}" type="pres">
      <dgm:prSet presAssocID="{4EC824A8-B076-43B5-857A-4A2B79A70665}" presName="composite" presStyleCnt="0"/>
      <dgm:spPr/>
    </dgm:pt>
    <dgm:pt modelId="{5F56096C-F861-4F48-A20F-69C3F2DA00A7}" type="pres">
      <dgm:prSet presAssocID="{4EC824A8-B076-43B5-857A-4A2B79A7066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6F5B22D-2327-4A46-AAAF-13FFDE35C6F8}" type="pres">
      <dgm:prSet presAssocID="{4EC824A8-B076-43B5-857A-4A2B79A70665}" presName="desTx" presStyleLbl="alignAccFollowNode1" presStyleIdx="0" presStyleCnt="2" custLinFactNeighborX="-1" custLinFactNeighborY="-813">
        <dgm:presLayoutVars>
          <dgm:bulletEnabled val="1"/>
        </dgm:presLayoutVars>
      </dgm:prSet>
      <dgm:spPr/>
    </dgm:pt>
    <dgm:pt modelId="{CB205318-7D8F-4A0F-8DE3-504E886623D2}" type="pres">
      <dgm:prSet presAssocID="{1DCE7C29-B0A1-48D9-8349-0640B244F381}" presName="space" presStyleCnt="0"/>
      <dgm:spPr/>
    </dgm:pt>
    <dgm:pt modelId="{24A71AC3-8BD9-4606-AA0C-DDFA7E30F400}" type="pres">
      <dgm:prSet presAssocID="{80FCF9D7-2AB3-4720-B5A3-917C2313E16E}" presName="composite" presStyleCnt="0"/>
      <dgm:spPr/>
    </dgm:pt>
    <dgm:pt modelId="{44FDF00B-F2E0-4FBA-BA0C-57F18057DBEB}" type="pres">
      <dgm:prSet presAssocID="{80FCF9D7-2AB3-4720-B5A3-917C2313E16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025F8A3-C24A-4DAF-888B-87A367AC2027}" type="pres">
      <dgm:prSet presAssocID="{80FCF9D7-2AB3-4720-B5A3-917C2313E16E}" presName="desTx" presStyleLbl="alignAccFollowNode1" presStyleIdx="1" presStyleCnt="2" custLinFactNeighborX="2020" custLinFactNeighborY="528">
        <dgm:presLayoutVars>
          <dgm:bulletEnabled val="1"/>
        </dgm:presLayoutVars>
      </dgm:prSet>
      <dgm:spPr/>
    </dgm:pt>
  </dgm:ptLst>
  <dgm:cxnLst>
    <dgm:cxn modelId="{3F92F324-2124-4492-A096-C8A1B1369BBD}" srcId="{4EC824A8-B076-43B5-857A-4A2B79A70665}" destId="{D3A97D70-9866-4DFF-B8BB-8B722F391FD2}" srcOrd="0" destOrd="0" parTransId="{29A163F3-E389-4F6A-923C-0339399F6D65}" sibTransId="{CD4F9ABB-47FF-42B3-8CD2-B3B12817BFA1}"/>
    <dgm:cxn modelId="{0283702B-0525-4F5E-AB10-9380ABF922A2}" type="presOf" srcId="{366090CE-B7B5-45E5-AB2E-D53ED634F3AD}" destId="{B025F8A3-C24A-4DAF-888B-87A367AC2027}" srcOrd="0" destOrd="0" presId="urn:microsoft.com/office/officeart/2005/8/layout/hList1"/>
    <dgm:cxn modelId="{4B46A93B-F946-4847-940C-D61D006A3FB9}" type="presOf" srcId="{80FCF9D7-2AB3-4720-B5A3-917C2313E16E}" destId="{44FDF00B-F2E0-4FBA-BA0C-57F18057DBEB}" srcOrd="0" destOrd="0" presId="urn:microsoft.com/office/officeart/2005/8/layout/hList1"/>
    <dgm:cxn modelId="{81B24461-08BC-4E1E-BF52-F76B07D0FCD5}" srcId="{80FCF9D7-2AB3-4720-B5A3-917C2313E16E}" destId="{2420C2D3-FC87-4125-BC54-AABB561FF784}" srcOrd="1" destOrd="0" parTransId="{B514403D-2554-41C2-8677-63FF49C2950A}" sibTransId="{D4DCD763-EB81-4FA3-BC3B-43E07F2B0791}"/>
    <dgm:cxn modelId="{DC34C64C-41E1-4CD8-B909-057E42572A8B}" type="presOf" srcId="{3B60F227-CB74-4BE9-86AA-9CF02FD38126}" destId="{839DF8B7-CC25-4FA3-A475-BFDCECFCDB9B}" srcOrd="0" destOrd="0" presId="urn:microsoft.com/office/officeart/2005/8/layout/hList1"/>
    <dgm:cxn modelId="{94877D50-B939-41F3-B249-36AEB0DCDA1A}" srcId="{3B60F227-CB74-4BE9-86AA-9CF02FD38126}" destId="{4EC824A8-B076-43B5-857A-4A2B79A70665}" srcOrd="0" destOrd="0" parTransId="{05E03CA2-03BC-44C0-B2CB-3A75F1AD56E6}" sibTransId="{1DCE7C29-B0A1-48D9-8349-0640B244F381}"/>
    <dgm:cxn modelId="{B6FBF075-6F34-47D1-82FE-F4CE37FE98D2}" type="presOf" srcId="{4EC824A8-B076-43B5-857A-4A2B79A70665}" destId="{5F56096C-F861-4F48-A20F-69C3F2DA00A7}" srcOrd="0" destOrd="0" presId="urn:microsoft.com/office/officeart/2005/8/layout/hList1"/>
    <dgm:cxn modelId="{A0660E85-3D8B-4327-A4CD-8FA833E8B29E}" type="presOf" srcId="{D3A97D70-9866-4DFF-B8BB-8B722F391FD2}" destId="{16F5B22D-2327-4A46-AAAF-13FFDE35C6F8}" srcOrd="0" destOrd="0" presId="urn:microsoft.com/office/officeart/2005/8/layout/hList1"/>
    <dgm:cxn modelId="{B4C27785-296F-4003-AFD4-A857CE65AEDB}" srcId="{3B60F227-CB74-4BE9-86AA-9CF02FD38126}" destId="{80FCF9D7-2AB3-4720-B5A3-917C2313E16E}" srcOrd="1" destOrd="0" parTransId="{BC165533-A4EB-44C0-8893-043BFCE90751}" sibTransId="{0EAE2EE8-1DB4-48B5-AB91-296EE95A8753}"/>
    <dgm:cxn modelId="{89451597-69AF-41AD-BE10-1C57D8586BDC}" srcId="{80FCF9D7-2AB3-4720-B5A3-917C2313E16E}" destId="{366090CE-B7B5-45E5-AB2E-D53ED634F3AD}" srcOrd="0" destOrd="0" parTransId="{7D27B204-FDCE-4094-9E9C-BC6BA53456B8}" sibTransId="{988F302B-105C-4F04-9D4C-B4A6E43E9A9A}"/>
    <dgm:cxn modelId="{3B7D9EB4-F844-4869-A620-C4DAA1FDD33F}" srcId="{4EC824A8-B076-43B5-857A-4A2B79A70665}" destId="{D26D2B16-BC32-4804-A286-859A18265F8D}" srcOrd="1" destOrd="0" parTransId="{D4BF213D-122F-42FB-9C03-08F007BA3FFD}" sibTransId="{11D5C53E-695A-42EF-B3B6-54574E21FB52}"/>
    <dgm:cxn modelId="{E1FA66BF-4440-48A5-BEA5-C9B32427FCD2}" type="presOf" srcId="{2420C2D3-FC87-4125-BC54-AABB561FF784}" destId="{B025F8A3-C24A-4DAF-888B-87A367AC2027}" srcOrd="0" destOrd="1" presId="urn:microsoft.com/office/officeart/2005/8/layout/hList1"/>
    <dgm:cxn modelId="{42A937D6-78E8-46EC-A2A9-8237285407D8}" type="presOf" srcId="{D26D2B16-BC32-4804-A286-859A18265F8D}" destId="{16F5B22D-2327-4A46-AAAF-13FFDE35C6F8}" srcOrd="0" destOrd="1" presId="urn:microsoft.com/office/officeart/2005/8/layout/hList1"/>
    <dgm:cxn modelId="{69F17F7F-BB1A-46AB-9151-D48AEB0A01A3}" type="presParOf" srcId="{839DF8B7-CC25-4FA3-A475-BFDCECFCDB9B}" destId="{9EBFA5F2-19CC-41B5-AA6D-752615D9A8AE}" srcOrd="0" destOrd="0" presId="urn:microsoft.com/office/officeart/2005/8/layout/hList1"/>
    <dgm:cxn modelId="{179276FF-FC11-4C98-B26E-1C37C5C21CDA}" type="presParOf" srcId="{9EBFA5F2-19CC-41B5-AA6D-752615D9A8AE}" destId="{5F56096C-F861-4F48-A20F-69C3F2DA00A7}" srcOrd="0" destOrd="0" presId="urn:microsoft.com/office/officeart/2005/8/layout/hList1"/>
    <dgm:cxn modelId="{2A4313A4-5D3C-4D7C-B9E8-4E70FA3A9869}" type="presParOf" srcId="{9EBFA5F2-19CC-41B5-AA6D-752615D9A8AE}" destId="{16F5B22D-2327-4A46-AAAF-13FFDE35C6F8}" srcOrd="1" destOrd="0" presId="urn:microsoft.com/office/officeart/2005/8/layout/hList1"/>
    <dgm:cxn modelId="{1530E405-F54A-4B15-9A2B-621F9AF56622}" type="presParOf" srcId="{839DF8B7-CC25-4FA3-A475-BFDCECFCDB9B}" destId="{CB205318-7D8F-4A0F-8DE3-504E886623D2}" srcOrd="1" destOrd="0" presId="urn:microsoft.com/office/officeart/2005/8/layout/hList1"/>
    <dgm:cxn modelId="{9C562A30-B9CA-4328-82F8-45D50F1C6F12}" type="presParOf" srcId="{839DF8B7-CC25-4FA3-A475-BFDCECFCDB9B}" destId="{24A71AC3-8BD9-4606-AA0C-DDFA7E30F400}" srcOrd="2" destOrd="0" presId="urn:microsoft.com/office/officeart/2005/8/layout/hList1"/>
    <dgm:cxn modelId="{C7A53D63-E54D-4B91-A716-3419A7CFEBB5}" type="presParOf" srcId="{24A71AC3-8BD9-4606-AA0C-DDFA7E30F400}" destId="{44FDF00B-F2E0-4FBA-BA0C-57F18057DBEB}" srcOrd="0" destOrd="0" presId="urn:microsoft.com/office/officeart/2005/8/layout/hList1"/>
    <dgm:cxn modelId="{6A4B83FB-5320-40C0-AE2F-4D374F921E93}" type="presParOf" srcId="{24A71AC3-8BD9-4606-AA0C-DDFA7E30F400}" destId="{B025F8A3-C24A-4DAF-888B-87A367AC202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B6D543-B30D-4328-9D2E-189628CBC338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55D6AEE-FA42-4F8A-9F98-081E04032835}">
      <dgm:prSet custT="1"/>
      <dgm:spPr/>
      <dgm:t>
        <a:bodyPr/>
        <a:lstStyle/>
        <a:p>
          <a:r>
            <a:rPr lang="vi-VN" sz="2600"/>
            <a:t>LLM thuần</a:t>
          </a:r>
          <a:r>
            <a:rPr lang="en-US" sz="2600"/>
            <a:t>: </a:t>
          </a:r>
          <a:r>
            <a:rPr lang="vi-VN" sz="2600"/>
            <a:t>sinh câu trả lời không kiểm chứng</a:t>
          </a:r>
          <a:endParaRPr lang="en-US" sz="2600"/>
        </a:p>
        <a:p>
          <a:r>
            <a:rPr lang="vi-VN" sz="2600"/>
            <a:t> được nguồn</a:t>
          </a:r>
          <a:endParaRPr lang="en-US" sz="2600"/>
        </a:p>
      </dgm:t>
    </dgm:pt>
    <dgm:pt modelId="{596B36DC-61B9-4BFD-8751-D6249F03A934}" type="parTrans" cxnId="{DDF03BC5-B316-44FC-A13B-4F69DD12BBC8}">
      <dgm:prSet/>
      <dgm:spPr/>
      <dgm:t>
        <a:bodyPr/>
        <a:lstStyle/>
        <a:p>
          <a:endParaRPr lang="en-US"/>
        </a:p>
      </dgm:t>
    </dgm:pt>
    <dgm:pt modelId="{09CCEE2F-AA37-4187-86DD-0D890FDE2A82}" type="sibTrans" cxnId="{DDF03BC5-B316-44FC-A13B-4F69DD12BBC8}">
      <dgm:prSet/>
      <dgm:spPr/>
      <dgm:t>
        <a:bodyPr/>
        <a:lstStyle/>
        <a:p>
          <a:endParaRPr lang="en-US"/>
        </a:p>
      </dgm:t>
    </dgm:pt>
    <dgm:pt modelId="{CC0BFADE-0C61-41BB-B595-E96301311B68}">
      <dgm:prSet custT="1"/>
      <dgm:spPr/>
      <dgm:t>
        <a:bodyPr/>
        <a:lstStyle/>
        <a:p>
          <a:r>
            <a:rPr lang="vi-VN" sz="2600"/>
            <a:t>RAG: câu trả lời được </a:t>
          </a:r>
          <a:r>
            <a:rPr lang="vi-VN" sz="2600" err="1"/>
            <a:t>grounding</a:t>
          </a:r>
          <a:r>
            <a:rPr lang="vi-VN" sz="2600"/>
            <a:t> vào văn bản</a:t>
          </a:r>
          <a:endParaRPr lang="en-US" sz="2600"/>
        </a:p>
        <a:p>
          <a:r>
            <a:rPr lang="vi-VN" sz="2600"/>
            <a:t> truy hồi</a:t>
          </a:r>
          <a:endParaRPr lang="en-US" sz="2600"/>
        </a:p>
      </dgm:t>
    </dgm:pt>
    <dgm:pt modelId="{79B50FE0-16D7-40B2-8123-9183805D83E1}" type="parTrans" cxnId="{2550CD59-E354-4052-ADA4-FB1724ADC0E9}">
      <dgm:prSet/>
      <dgm:spPr/>
      <dgm:t>
        <a:bodyPr/>
        <a:lstStyle/>
        <a:p>
          <a:endParaRPr lang="en-US"/>
        </a:p>
      </dgm:t>
    </dgm:pt>
    <dgm:pt modelId="{83D3FB65-2FFD-4C94-9F58-0E47D05D8B3E}" type="sibTrans" cxnId="{2550CD59-E354-4052-ADA4-FB1724ADC0E9}">
      <dgm:prSet/>
      <dgm:spPr/>
      <dgm:t>
        <a:bodyPr/>
        <a:lstStyle/>
        <a:p>
          <a:endParaRPr lang="en-US"/>
        </a:p>
      </dgm:t>
    </dgm:pt>
    <dgm:pt modelId="{0B4F3120-FE8F-4983-A936-95269F2D5C02}">
      <dgm:prSet custT="1"/>
      <dgm:spPr/>
      <dgm:t>
        <a:bodyPr/>
        <a:lstStyle/>
        <a:p>
          <a:r>
            <a:rPr lang="vi-VN" sz="2600"/>
            <a:t>Đảm bảo </a:t>
          </a:r>
          <a:r>
            <a:rPr lang="vi-VN" sz="2600" err="1"/>
            <a:t>Single</a:t>
          </a:r>
          <a:r>
            <a:rPr lang="vi-VN" sz="2600"/>
            <a:t> </a:t>
          </a:r>
          <a:r>
            <a:rPr lang="vi-VN" sz="2600" err="1"/>
            <a:t>Source</a:t>
          </a:r>
          <a:r>
            <a:rPr lang="vi-VN" sz="2600"/>
            <a:t> </a:t>
          </a:r>
          <a:r>
            <a:rPr lang="vi-VN" sz="2600" err="1"/>
            <a:t>of</a:t>
          </a:r>
          <a:r>
            <a:rPr lang="vi-VN" sz="2600"/>
            <a:t> </a:t>
          </a:r>
          <a:r>
            <a:rPr lang="vi-VN" sz="2600" err="1"/>
            <a:t>Truth</a:t>
          </a:r>
          <a:r>
            <a:rPr lang="vi-VN" sz="2600"/>
            <a:t> cho mỗi câu</a:t>
          </a:r>
          <a:endParaRPr lang="en-US" sz="2600"/>
        </a:p>
        <a:p>
          <a:r>
            <a:rPr lang="vi-VN" sz="2600"/>
            <a:t> trả lời</a:t>
          </a:r>
          <a:endParaRPr lang="en-US" sz="2600"/>
        </a:p>
      </dgm:t>
    </dgm:pt>
    <dgm:pt modelId="{9682F078-37F9-4071-9D06-40F6CEF328D8}" type="parTrans" cxnId="{1675004E-65BE-4D58-98A4-6C13C0345275}">
      <dgm:prSet/>
      <dgm:spPr/>
      <dgm:t>
        <a:bodyPr/>
        <a:lstStyle/>
        <a:p>
          <a:endParaRPr lang="en-US"/>
        </a:p>
      </dgm:t>
    </dgm:pt>
    <dgm:pt modelId="{B236B0F1-A334-4262-8039-DE8EBFCD18D8}" type="sibTrans" cxnId="{1675004E-65BE-4D58-98A4-6C13C0345275}">
      <dgm:prSet/>
      <dgm:spPr/>
      <dgm:t>
        <a:bodyPr/>
        <a:lstStyle/>
        <a:p>
          <a:endParaRPr lang="en-US"/>
        </a:p>
      </dgm:t>
    </dgm:pt>
    <dgm:pt modelId="{9D3E8A2A-B1F8-4893-8EAD-3EBBF58D7034}" type="pres">
      <dgm:prSet presAssocID="{EBB6D543-B30D-4328-9D2E-189628CBC338}" presName="Name0" presStyleCnt="0">
        <dgm:presLayoutVars>
          <dgm:dir/>
          <dgm:animLvl val="lvl"/>
          <dgm:resizeHandles val="exact"/>
        </dgm:presLayoutVars>
      </dgm:prSet>
      <dgm:spPr/>
    </dgm:pt>
    <dgm:pt modelId="{CEBB3B79-11EF-4D5D-8D8C-4228FC9CF05A}" type="pres">
      <dgm:prSet presAssocID="{455D6AEE-FA42-4F8A-9F98-081E04032835}" presName="linNode" presStyleCnt="0"/>
      <dgm:spPr/>
    </dgm:pt>
    <dgm:pt modelId="{23CC5309-82AA-44AF-B0B1-EFD3BFA07579}" type="pres">
      <dgm:prSet presAssocID="{455D6AEE-FA42-4F8A-9F98-081E04032835}" presName="parentText" presStyleLbl="node1" presStyleIdx="0" presStyleCnt="3" custScaleX="277778" custLinFactNeighborX="-136" custLinFactNeighborY="4573">
        <dgm:presLayoutVars>
          <dgm:chMax val="1"/>
          <dgm:bulletEnabled val="1"/>
        </dgm:presLayoutVars>
      </dgm:prSet>
      <dgm:spPr/>
    </dgm:pt>
    <dgm:pt modelId="{E7202B28-3E77-4C0B-95A8-F0162727C1A8}" type="pres">
      <dgm:prSet presAssocID="{09CCEE2F-AA37-4187-86DD-0D890FDE2A82}" presName="sp" presStyleCnt="0"/>
      <dgm:spPr/>
    </dgm:pt>
    <dgm:pt modelId="{3A70D7E4-9326-4119-A599-6FBC1E0B4372}" type="pres">
      <dgm:prSet presAssocID="{CC0BFADE-0C61-41BB-B595-E96301311B68}" presName="linNode" presStyleCnt="0"/>
      <dgm:spPr/>
    </dgm:pt>
    <dgm:pt modelId="{BD439A96-1169-4784-B12A-B624E1E796C8}" type="pres">
      <dgm:prSet presAssocID="{CC0BFADE-0C61-41BB-B595-E96301311B68}" presName="parentText" presStyleLbl="node1" presStyleIdx="1" presStyleCnt="3" custScaleX="277778" custScaleY="99091" custLinFactNeighborX="-136" custLinFactNeighborY="2944">
        <dgm:presLayoutVars>
          <dgm:chMax val="1"/>
          <dgm:bulletEnabled val="1"/>
        </dgm:presLayoutVars>
      </dgm:prSet>
      <dgm:spPr/>
    </dgm:pt>
    <dgm:pt modelId="{86B51396-0D11-4CAE-992F-9A5C0A714545}" type="pres">
      <dgm:prSet presAssocID="{83D3FB65-2FFD-4C94-9F58-0E47D05D8B3E}" presName="sp" presStyleCnt="0"/>
      <dgm:spPr/>
    </dgm:pt>
    <dgm:pt modelId="{BA42408D-22C6-4465-AB1D-67F45D7A89E7}" type="pres">
      <dgm:prSet presAssocID="{0B4F3120-FE8F-4983-A936-95269F2D5C02}" presName="linNode" presStyleCnt="0"/>
      <dgm:spPr/>
    </dgm:pt>
    <dgm:pt modelId="{4A6E0C27-CBF5-41D7-865B-95295C420EDA}" type="pres">
      <dgm:prSet presAssocID="{0B4F3120-FE8F-4983-A936-95269F2D5C02}" presName="parentText" presStyleLbl="node1" presStyleIdx="2" presStyleCnt="3" custScaleX="277778" custLinFactNeighborX="8095" custLinFactNeighborY="137">
        <dgm:presLayoutVars>
          <dgm:chMax val="1"/>
          <dgm:bulletEnabled val="1"/>
        </dgm:presLayoutVars>
      </dgm:prSet>
      <dgm:spPr/>
    </dgm:pt>
  </dgm:ptLst>
  <dgm:cxnLst>
    <dgm:cxn modelId="{1675004E-65BE-4D58-98A4-6C13C0345275}" srcId="{EBB6D543-B30D-4328-9D2E-189628CBC338}" destId="{0B4F3120-FE8F-4983-A936-95269F2D5C02}" srcOrd="2" destOrd="0" parTransId="{9682F078-37F9-4071-9D06-40F6CEF328D8}" sibTransId="{B236B0F1-A334-4262-8039-DE8EBFCD18D8}"/>
    <dgm:cxn modelId="{2550CD59-E354-4052-ADA4-FB1724ADC0E9}" srcId="{EBB6D543-B30D-4328-9D2E-189628CBC338}" destId="{CC0BFADE-0C61-41BB-B595-E96301311B68}" srcOrd="1" destOrd="0" parTransId="{79B50FE0-16D7-40B2-8123-9183805D83E1}" sibTransId="{83D3FB65-2FFD-4C94-9F58-0E47D05D8B3E}"/>
    <dgm:cxn modelId="{85D94985-0D76-47F0-9DCB-14B2B6FF3B87}" type="presOf" srcId="{455D6AEE-FA42-4F8A-9F98-081E04032835}" destId="{23CC5309-82AA-44AF-B0B1-EFD3BFA07579}" srcOrd="0" destOrd="0" presId="urn:microsoft.com/office/officeart/2005/8/layout/vList5"/>
    <dgm:cxn modelId="{F70CE6AD-40B5-43D9-8386-7727F142466C}" type="presOf" srcId="{CC0BFADE-0C61-41BB-B595-E96301311B68}" destId="{BD439A96-1169-4784-B12A-B624E1E796C8}" srcOrd="0" destOrd="0" presId="urn:microsoft.com/office/officeart/2005/8/layout/vList5"/>
    <dgm:cxn modelId="{DDF03BC5-B316-44FC-A13B-4F69DD12BBC8}" srcId="{EBB6D543-B30D-4328-9D2E-189628CBC338}" destId="{455D6AEE-FA42-4F8A-9F98-081E04032835}" srcOrd="0" destOrd="0" parTransId="{596B36DC-61B9-4BFD-8751-D6249F03A934}" sibTransId="{09CCEE2F-AA37-4187-86DD-0D890FDE2A82}"/>
    <dgm:cxn modelId="{428DE2E7-F2E1-4DEC-B13C-A03EDB19A646}" type="presOf" srcId="{EBB6D543-B30D-4328-9D2E-189628CBC338}" destId="{9D3E8A2A-B1F8-4893-8EAD-3EBBF58D7034}" srcOrd="0" destOrd="0" presId="urn:microsoft.com/office/officeart/2005/8/layout/vList5"/>
    <dgm:cxn modelId="{B0D671F9-66E5-406D-8D4B-761E472B946B}" type="presOf" srcId="{0B4F3120-FE8F-4983-A936-95269F2D5C02}" destId="{4A6E0C27-CBF5-41D7-865B-95295C420EDA}" srcOrd="0" destOrd="0" presId="urn:microsoft.com/office/officeart/2005/8/layout/vList5"/>
    <dgm:cxn modelId="{F8649C9E-5D00-459E-8A68-4727CBBC35B7}" type="presParOf" srcId="{9D3E8A2A-B1F8-4893-8EAD-3EBBF58D7034}" destId="{CEBB3B79-11EF-4D5D-8D8C-4228FC9CF05A}" srcOrd="0" destOrd="0" presId="urn:microsoft.com/office/officeart/2005/8/layout/vList5"/>
    <dgm:cxn modelId="{1038603E-1E55-4DFA-9337-FF72A1C9A227}" type="presParOf" srcId="{CEBB3B79-11EF-4D5D-8D8C-4228FC9CF05A}" destId="{23CC5309-82AA-44AF-B0B1-EFD3BFA07579}" srcOrd="0" destOrd="0" presId="urn:microsoft.com/office/officeart/2005/8/layout/vList5"/>
    <dgm:cxn modelId="{514A2FE5-F4DE-4295-B151-B8B0D668695A}" type="presParOf" srcId="{9D3E8A2A-B1F8-4893-8EAD-3EBBF58D7034}" destId="{E7202B28-3E77-4C0B-95A8-F0162727C1A8}" srcOrd="1" destOrd="0" presId="urn:microsoft.com/office/officeart/2005/8/layout/vList5"/>
    <dgm:cxn modelId="{1A1C5094-937C-4525-B945-7AF21E7C2ADF}" type="presParOf" srcId="{9D3E8A2A-B1F8-4893-8EAD-3EBBF58D7034}" destId="{3A70D7E4-9326-4119-A599-6FBC1E0B4372}" srcOrd="2" destOrd="0" presId="urn:microsoft.com/office/officeart/2005/8/layout/vList5"/>
    <dgm:cxn modelId="{C4BF39A5-43C0-4E8B-A33E-F9727706DF01}" type="presParOf" srcId="{3A70D7E4-9326-4119-A599-6FBC1E0B4372}" destId="{BD439A96-1169-4784-B12A-B624E1E796C8}" srcOrd="0" destOrd="0" presId="urn:microsoft.com/office/officeart/2005/8/layout/vList5"/>
    <dgm:cxn modelId="{E8417792-A5F8-4038-B02F-74A431C15CFF}" type="presParOf" srcId="{9D3E8A2A-B1F8-4893-8EAD-3EBBF58D7034}" destId="{86B51396-0D11-4CAE-992F-9A5C0A714545}" srcOrd="3" destOrd="0" presId="urn:microsoft.com/office/officeart/2005/8/layout/vList5"/>
    <dgm:cxn modelId="{FEB4EC96-8725-4C29-BBF8-120B31C68275}" type="presParOf" srcId="{9D3E8A2A-B1F8-4893-8EAD-3EBBF58D7034}" destId="{BA42408D-22C6-4465-AB1D-67F45D7A89E7}" srcOrd="4" destOrd="0" presId="urn:microsoft.com/office/officeart/2005/8/layout/vList5"/>
    <dgm:cxn modelId="{81C75B8C-474E-44D4-8900-D2765E004798}" type="presParOf" srcId="{BA42408D-22C6-4465-AB1D-67F45D7A89E7}" destId="{4A6E0C27-CBF5-41D7-865B-95295C420ED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B07EA5-18BA-40FF-A587-9C23E07A910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C71722E-9BF8-4BCD-95B6-C5477D17DCD5}">
      <dgm:prSet custT="1"/>
      <dgm:spPr/>
      <dgm:t>
        <a:bodyPr/>
        <a:lstStyle/>
        <a:p>
          <a:r>
            <a:rPr lang="vi-VN" sz="2600"/>
            <a:t>Sử dụng </a:t>
          </a:r>
          <a:r>
            <a:rPr lang="vi-VN" sz="2600" err="1">
              <a:solidFill>
                <a:srgbClr val="FFFF00"/>
              </a:solidFill>
            </a:rPr>
            <a:t>embedding</a:t>
          </a:r>
          <a:r>
            <a:rPr lang="vi-VN" sz="2600">
              <a:solidFill>
                <a:srgbClr val="FFFF00"/>
              </a:solidFill>
            </a:rPr>
            <a:t> </a:t>
          </a:r>
          <a:r>
            <a:rPr lang="vi-VN" sz="2600"/>
            <a:t>để biểu diễn ngữ nghĩa câu hỏi và văn bản</a:t>
          </a:r>
          <a:endParaRPr lang="en-US" sz="2600"/>
        </a:p>
      </dgm:t>
    </dgm:pt>
    <dgm:pt modelId="{4C954923-4E3D-4497-A0B6-C0FFE359B4B8}" type="parTrans" cxnId="{3245964F-2216-4012-8524-C8DF4DE9FEBD}">
      <dgm:prSet/>
      <dgm:spPr/>
      <dgm:t>
        <a:bodyPr/>
        <a:lstStyle/>
        <a:p>
          <a:endParaRPr lang="en-US"/>
        </a:p>
      </dgm:t>
    </dgm:pt>
    <dgm:pt modelId="{16B5FBB4-1347-4ADD-847D-CE3F14E82E67}" type="sibTrans" cxnId="{3245964F-2216-4012-8524-C8DF4DE9FEBD}">
      <dgm:prSet/>
      <dgm:spPr/>
      <dgm:t>
        <a:bodyPr/>
        <a:lstStyle/>
        <a:p>
          <a:endParaRPr lang="en-US"/>
        </a:p>
      </dgm:t>
    </dgm:pt>
    <dgm:pt modelId="{6E62E644-7FB5-4E15-A3F0-FA04FA88E7C0}">
      <dgm:prSet custT="1"/>
      <dgm:spPr/>
      <dgm:t>
        <a:bodyPr/>
        <a:lstStyle/>
        <a:p>
          <a:r>
            <a:rPr lang="vi-VN" sz="2600"/>
            <a:t>Truy hồi dựa trên </a:t>
          </a:r>
          <a:r>
            <a:rPr lang="vi-VN" sz="2600">
              <a:solidFill>
                <a:srgbClr val="FFFF00"/>
              </a:solidFill>
            </a:rPr>
            <a:t>độ tương đồng ngữ nghĩa</a:t>
          </a:r>
          <a:r>
            <a:rPr lang="vi-VN" sz="2600"/>
            <a:t>, không chỉ từ khóa</a:t>
          </a:r>
          <a:endParaRPr lang="en-US" sz="2600"/>
        </a:p>
      </dgm:t>
    </dgm:pt>
    <dgm:pt modelId="{987DD7BD-E0BF-4508-8AF1-9B7E657F1C89}" type="parTrans" cxnId="{ABF17E73-C614-4FA8-BD56-C2B1CE93BD29}">
      <dgm:prSet/>
      <dgm:spPr/>
      <dgm:t>
        <a:bodyPr/>
        <a:lstStyle/>
        <a:p>
          <a:endParaRPr lang="en-US"/>
        </a:p>
      </dgm:t>
    </dgm:pt>
    <dgm:pt modelId="{676F04E7-C7BF-4BA8-BBBB-B00162175956}" type="sibTrans" cxnId="{ABF17E73-C614-4FA8-BD56-C2B1CE93BD29}">
      <dgm:prSet/>
      <dgm:spPr/>
      <dgm:t>
        <a:bodyPr/>
        <a:lstStyle/>
        <a:p>
          <a:endParaRPr lang="en-US"/>
        </a:p>
      </dgm:t>
    </dgm:pt>
    <dgm:pt modelId="{B905164E-8034-4319-B22F-0986A6839F93}">
      <dgm:prSet custT="1"/>
      <dgm:spPr/>
      <dgm:t>
        <a:bodyPr/>
        <a:lstStyle/>
        <a:p>
          <a:r>
            <a:rPr lang="vi-VN" sz="2600"/>
            <a:t>Lựa chọn </a:t>
          </a:r>
          <a:r>
            <a:rPr lang="vi-VN" sz="2600" err="1">
              <a:solidFill>
                <a:srgbClr val="FFFF00"/>
              </a:solidFill>
            </a:rPr>
            <a:t>pgvector</a:t>
          </a:r>
          <a:r>
            <a:rPr lang="vi-VN" sz="2600"/>
            <a:t> tích hợp </a:t>
          </a:r>
          <a:r>
            <a:rPr lang="vi-VN" sz="2600" err="1">
              <a:solidFill>
                <a:srgbClr val="FFFF00"/>
              </a:solidFill>
            </a:rPr>
            <a:t>PostgreSQL</a:t>
          </a:r>
          <a:endParaRPr lang="en-US" sz="2600">
            <a:solidFill>
              <a:srgbClr val="FFFF00"/>
            </a:solidFill>
          </a:endParaRPr>
        </a:p>
      </dgm:t>
    </dgm:pt>
    <dgm:pt modelId="{259421AA-33F4-429B-8FF0-B20D4F257F2E}" type="parTrans" cxnId="{9974AAB6-3DA5-430F-B9D2-4124B524666B}">
      <dgm:prSet/>
      <dgm:spPr/>
      <dgm:t>
        <a:bodyPr/>
        <a:lstStyle/>
        <a:p>
          <a:endParaRPr lang="en-US"/>
        </a:p>
      </dgm:t>
    </dgm:pt>
    <dgm:pt modelId="{0A9D34F7-1891-4C8C-88A1-8D37D347527A}" type="sibTrans" cxnId="{9974AAB6-3DA5-430F-B9D2-4124B524666B}">
      <dgm:prSet/>
      <dgm:spPr/>
      <dgm:t>
        <a:bodyPr/>
        <a:lstStyle/>
        <a:p>
          <a:endParaRPr lang="en-US"/>
        </a:p>
      </dgm:t>
    </dgm:pt>
    <dgm:pt modelId="{0E08AB82-1782-4AB4-B2C0-CD2DF1E38171}">
      <dgm:prSet custT="1"/>
      <dgm:spPr/>
      <dgm:t>
        <a:bodyPr/>
        <a:lstStyle/>
        <a:p>
          <a:pPr>
            <a:buFontTx/>
            <a:buNone/>
          </a:pPr>
          <a:r>
            <a:rPr lang="vi-VN" sz="2300"/>
            <a:t>– Kết hợp </a:t>
          </a:r>
          <a:r>
            <a:rPr lang="vi-VN" sz="2300" err="1"/>
            <a:t>vector</a:t>
          </a:r>
          <a:r>
            <a:rPr lang="vi-VN" sz="2300"/>
            <a:t> </a:t>
          </a:r>
          <a:r>
            <a:rPr lang="vi-VN" sz="2300" err="1"/>
            <a:t>search</a:t>
          </a:r>
          <a:r>
            <a:rPr lang="vi-VN" sz="2300"/>
            <a:t> với </a:t>
          </a:r>
          <a:r>
            <a:rPr lang="vi-VN" sz="2300" err="1"/>
            <a:t>metadata</a:t>
          </a:r>
          <a:r>
            <a:rPr lang="vi-VN" sz="2300"/>
            <a:t> filtering</a:t>
          </a:r>
          <a:endParaRPr lang="en-US" sz="2300"/>
        </a:p>
      </dgm:t>
    </dgm:pt>
    <dgm:pt modelId="{40509B26-0C5D-4942-BF55-7B3F86CD006C}" type="parTrans" cxnId="{DB56A5E8-7A18-4EF0-9AE9-8D37AF91E965}">
      <dgm:prSet/>
      <dgm:spPr/>
      <dgm:t>
        <a:bodyPr/>
        <a:lstStyle/>
        <a:p>
          <a:endParaRPr lang="en-US"/>
        </a:p>
      </dgm:t>
    </dgm:pt>
    <dgm:pt modelId="{3BE4BD5E-664C-48CF-8023-A9A6179828BC}" type="sibTrans" cxnId="{DB56A5E8-7A18-4EF0-9AE9-8D37AF91E965}">
      <dgm:prSet/>
      <dgm:spPr/>
      <dgm:t>
        <a:bodyPr/>
        <a:lstStyle/>
        <a:p>
          <a:endParaRPr lang="en-US"/>
        </a:p>
      </dgm:t>
    </dgm:pt>
    <dgm:pt modelId="{40CECC06-37B5-4310-90C0-9CD1782D5053}">
      <dgm:prSet custT="1"/>
      <dgm:spPr/>
      <dgm:t>
        <a:bodyPr/>
        <a:lstStyle/>
        <a:p>
          <a:pPr>
            <a:buFontTx/>
            <a:buNone/>
          </a:pPr>
          <a:endParaRPr lang="en-US" sz="2600"/>
        </a:p>
      </dgm:t>
    </dgm:pt>
    <dgm:pt modelId="{62CE8175-A607-4A64-B26C-E2D42B140022}" type="parTrans" cxnId="{ECFDBD76-4B1F-48ED-95D9-88BB40D613E9}">
      <dgm:prSet/>
      <dgm:spPr/>
      <dgm:t>
        <a:bodyPr/>
        <a:lstStyle/>
        <a:p>
          <a:endParaRPr lang="en-US"/>
        </a:p>
      </dgm:t>
    </dgm:pt>
    <dgm:pt modelId="{C2BAEEF8-5D1E-46DA-A10C-DC671681FE1E}" type="sibTrans" cxnId="{ECFDBD76-4B1F-48ED-95D9-88BB40D613E9}">
      <dgm:prSet/>
      <dgm:spPr/>
      <dgm:t>
        <a:bodyPr/>
        <a:lstStyle/>
        <a:p>
          <a:endParaRPr lang="en-US"/>
        </a:p>
      </dgm:t>
    </dgm:pt>
    <dgm:pt modelId="{0549FA40-1555-4D43-9894-BCD25C6DFBB6}">
      <dgm:prSet/>
      <dgm:spPr/>
      <dgm:t>
        <a:bodyPr/>
        <a:lstStyle/>
        <a:p>
          <a:pPr>
            <a:buFontTx/>
            <a:buNone/>
          </a:pPr>
          <a:endParaRPr lang="en-US" sz="1200"/>
        </a:p>
      </dgm:t>
    </dgm:pt>
    <dgm:pt modelId="{7AA6E87E-CD79-4041-8BE5-5CDFBBC4DCC0}" type="parTrans" cxnId="{2A744F64-726F-4141-A5E8-8957C5DB7739}">
      <dgm:prSet/>
      <dgm:spPr/>
      <dgm:t>
        <a:bodyPr/>
        <a:lstStyle/>
        <a:p>
          <a:endParaRPr lang="en-US"/>
        </a:p>
      </dgm:t>
    </dgm:pt>
    <dgm:pt modelId="{BD76E887-9ACD-48DC-9186-F12AA7BD02CA}" type="sibTrans" cxnId="{2A744F64-726F-4141-A5E8-8957C5DB7739}">
      <dgm:prSet/>
      <dgm:spPr/>
      <dgm:t>
        <a:bodyPr/>
        <a:lstStyle/>
        <a:p>
          <a:endParaRPr lang="en-US"/>
        </a:p>
      </dgm:t>
    </dgm:pt>
    <dgm:pt modelId="{3B6EEF79-873D-4129-9328-F716489E8206}">
      <dgm:prSet custT="1"/>
      <dgm:spPr/>
      <dgm:t>
        <a:bodyPr/>
        <a:lstStyle/>
        <a:p>
          <a:pPr>
            <a:buFontTx/>
            <a:buNone/>
          </a:pPr>
          <a:r>
            <a:rPr lang="vi-VN" sz="2300"/>
            <a:t>–</a:t>
          </a:r>
          <a:r>
            <a:rPr lang="en-US" sz="2300"/>
            <a:t> </a:t>
          </a:r>
          <a:r>
            <a:rPr lang="vi-VN" sz="2300"/>
            <a:t>Hỗ trợ ACID và SQL</a:t>
          </a:r>
          <a:endParaRPr lang="en-US" sz="2300"/>
        </a:p>
      </dgm:t>
    </dgm:pt>
    <dgm:pt modelId="{E0B8FE31-7C16-4FCB-A643-EE1543D34349}" type="parTrans" cxnId="{67D4F231-4F81-4952-8E16-2DEDE4E41FDC}">
      <dgm:prSet/>
      <dgm:spPr/>
      <dgm:t>
        <a:bodyPr/>
        <a:lstStyle/>
        <a:p>
          <a:endParaRPr lang="en-US"/>
        </a:p>
      </dgm:t>
    </dgm:pt>
    <dgm:pt modelId="{603999BE-2132-4D4B-A4E3-40630E7ED985}" type="sibTrans" cxnId="{67D4F231-4F81-4952-8E16-2DEDE4E41FDC}">
      <dgm:prSet/>
      <dgm:spPr/>
      <dgm:t>
        <a:bodyPr/>
        <a:lstStyle/>
        <a:p>
          <a:endParaRPr lang="en-US"/>
        </a:p>
      </dgm:t>
    </dgm:pt>
    <dgm:pt modelId="{FF678F53-7184-476D-83F5-A6440D2091A4}" type="pres">
      <dgm:prSet presAssocID="{6EB07EA5-18BA-40FF-A587-9C23E07A9106}" presName="linear" presStyleCnt="0">
        <dgm:presLayoutVars>
          <dgm:animLvl val="lvl"/>
          <dgm:resizeHandles val="exact"/>
        </dgm:presLayoutVars>
      </dgm:prSet>
      <dgm:spPr/>
    </dgm:pt>
    <dgm:pt modelId="{004C0846-74AA-418E-B3E3-B72CE42B25CB}" type="pres">
      <dgm:prSet presAssocID="{EC71722E-9BF8-4BCD-95B6-C5477D17DCD5}" presName="parentText" presStyleLbl="node1" presStyleIdx="0" presStyleCnt="3" custLinFactY="15744" custLinFactNeighborY="100000">
        <dgm:presLayoutVars>
          <dgm:chMax val="0"/>
          <dgm:bulletEnabled val="1"/>
        </dgm:presLayoutVars>
      </dgm:prSet>
      <dgm:spPr/>
    </dgm:pt>
    <dgm:pt modelId="{EF31D59F-6555-4674-932F-9C8CDB857391}" type="pres">
      <dgm:prSet presAssocID="{16B5FBB4-1347-4ADD-847D-CE3F14E82E67}" presName="spacer" presStyleCnt="0"/>
      <dgm:spPr/>
    </dgm:pt>
    <dgm:pt modelId="{CFFC9705-1615-47BA-BD7A-4D9ED72959F9}" type="pres">
      <dgm:prSet presAssocID="{6E62E644-7FB5-4E15-A3F0-FA04FA88E7C0}" presName="parentText" presStyleLbl="node1" presStyleIdx="1" presStyleCnt="3" custLinFactY="14923" custLinFactNeighborY="100000">
        <dgm:presLayoutVars>
          <dgm:chMax val="0"/>
          <dgm:bulletEnabled val="1"/>
        </dgm:presLayoutVars>
      </dgm:prSet>
      <dgm:spPr/>
    </dgm:pt>
    <dgm:pt modelId="{B0DC8AEA-0B1F-4281-9343-1859A0783E7C}" type="pres">
      <dgm:prSet presAssocID="{676F04E7-C7BF-4BA8-BBBB-B00162175956}" presName="spacer" presStyleCnt="0"/>
      <dgm:spPr/>
    </dgm:pt>
    <dgm:pt modelId="{E1894995-581D-48D0-99BD-EF9696F5D562}" type="pres">
      <dgm:prSet presAssocID="{B905164E-8034-4319-B22F-0986A6839F93}" presName="parentText" presStyleLbl="node1" presStyleIdx="2" presStyleCnt="3" custLinFactNeighborX="-1023" custLinFactNeighborY="16479">
        <dgm:presLayoutVars>
          <dgm:chMax val="0"/>
          <dgm:bulletEnabled val="1"/>
        </dgm:presLayoutVars>
      </dgm:prSet>
      <dgm:spPr/>
    </dgm:pt>
    <dgm:pt modelId="{263EDBDC-8B62-4724-BFB5-29AB3BEDD1C7}" type="pres">
      <dgm:prSet presAssocID="{B905164E-8034-4319-B22F-0986A6839F93}" presName="childText" presStyleLbl="revTx" presStyleIdx="0" presStyleCnt="1" custScaleY="90832">
        <dgm:presLayoutVars>
          <dgm:bulletEnabled val="1"/>
        </dgm:presLayoutVars>
      </dgm:prSet>
      <dgm:spPr/>
    </dgm:pt>
  </dgm:ptLst>
  <dgm:cxnLst>
    <dgm:cxn modelId="{09BA4326-900D-48DE-9F4E-0F01E8691646}" type="presOf" srcId="{B905164E-8034-4319-B22F-0986A6839F93}" destId="{E1894995-581D-48D0-99BD-EF9696F5D562}" srcOrd="0" destOrd="0" presId="urn:microsoft.com/office/officeart/2005/8/layout/vList2"/>
    <dgm:cxn modelId="{C5FAEC2D-8B86-4D18-8192-1015BCD3DE0B}" type="presOf" srcId="{EC71722E-9BF8-4BCD-95B6-C5477D17DCD5}" destId="{004C0846-74AA-418E-B3E3-B72CE42B25CB}" srcOrd="0" destOrd="0" presId="urn:microsoft.com/office/officeart/2005/8/layout/vList2"/>
    <dgm:cxn modelId="{67D4F231-4F81-4952-8E16-2DEDE4E41FDC}" srcId="{B905164E-8034-4319-B22F-0986A6839F93}" destId="{3B6EEF79-873D-4129-9328-F716489E8206}" srcOrd="1" destOrd="0" parTransId="{E0B8FE31-7C16-4FCB-A643-EE1543D34349}" sibTransId="{603999BE-2132-4D4B-A4E3-40630E7ED985}"/>
    <dgm:cxn modelId="{DAF4875E-BD33-4087-A82E-134B08D48AD5}" type="presOf" srcId="{0E08AB82-1782-4AB4-B2C0-CD2DF1E38171}" destId="{263EDBDC-8B62-4724-BFB5-29AB3BEDD1C7}" srcOrd="0" destOrd="2" presId="urn:microsoft.com/office/officeart/2005/8/layout/vList2"/>
    <dgm:cxn modelId="{2A744F64-726F-4141-A5E8-8957C5DB7739}" srcId="{B905164E-8034-4319-B22F-0986A6839F93}" destId="{0549FA40-1555-4D43-9894-BCD25C6DFBB6}" srcOrd="3" destOrd="0" parTransId="{7AA6E87E-CD79-4041-8BE5-5CDFBBC4DCC0}" sibTransId="{BD76E887-9ACD-48DC-9186-F12AA7BD02CA}"/>
    <dgm:cxn modelId="{4665314F-A02B-4277-8E0A-B8D77B7A10EB}" type="presOf" srcId="{40CECC06-37B5-4310-90C0-9CD1782D5053}" destId="{263EDBDC-8B62-4724-BFB5-29AB3BEDD1C7}" srcOrd="0" destOrd="0" presId="urn:microsoft.com/office/officeart/2005/8/layout/vList2"/>
    <dgm:cxn modelId="{3245964F-2216-4012-8524-C8DF4DE9FEBD}" srcId="{6EB07EA5-18BA-40FF-A587-9C23E07A9106}" destId="{EC71722E-9BF8-4BCD-95B6-C5477D17DCD5}" srcOrd="0" destOrd="0" parTransId="{4C954923-4E3D-4497-A0B6-C0FFE359B4B8}" sibTransId="{16B5FBB4-1347-4ADD-847D-CE3F14E82E67}"/>
    <dgm:cxn modelId="{ABF17E73-C614-4FA8-BD56-C2B1CE93BD29}" srcId="{6EB07EA5-18BA-40FF-A587-9C23E07A9106}" destId="{6E62E644-7FB5-4E15-A3F0-FA04FA88E7C0}" srcOrd="1" destOrd="0" parTransId="{987DD7BD-E0BF-4508-8AF1-9B7E657F1C89}" sibTransId="{676F04E7-C7BF-4BA8-BBBB-B00162175956}"/>
    <dgm:cxn modelId="{ECFDBD76-4B1F-48ED-95D9-88BB40D613E9}" srcId="{B905164E-8034-4319-B22F-0986A6839F93}" destId="{40CECC06-37B5-4310-90C0-9CD1782D5053}" srcOrd="0" destOrd="0" parTransId="{62CE8175-A607-4A64-B26C-E2D42B140022}" sibTransId="{C2BAEEF8-5D1E-46DA-A10C-DC671681FE1E}"/>
    <dgm:cxn modelId="{7D92C49A-7392-47F8-BD2C-6F0EE88A92DE}" type="presOf" srcId="{6EB07EA5-18BA-40FF-A587-9C23E07A9106}" destId="{FF678F53-7184-476D-83F5-A6440D2091A4}" srcOrd="0" destOrd="0" presId="urn:microsoft.com/office/officeart/2005/8/layout/vList2"/>
    <dgm:cxn modelId="{CFB30BA1-FCBF-4186-8018-4DC850F7F8C8}" type="presOf" srcId="{6E62E644-7FB5-4E15-A3F0-FA04FA88E7C0}" destId="{CFFC9705-1615-47BA-BD7A-4D9ED72959F9}" srcOrd="0" destOrd="0" presId="urn:microsoft.com/office/officeart/2005/8/layout/vList2"/>
    <dgm:cxn modelId="{1CD155A4-6031-4CB3-A50C-68F0C9896D75}" type="presOf" srcId="{3B6EEF79-873D-4129-9328-F716489E8206}" destId="{263EDBDC-8B62-4724-BFB5-29AB3BEDD1C7}" srcOrd="0" destOrd="1" presId="urn:microsoft.com/office/officeart/2005/8/layout/vList2"/>
    <dgm:cxn modelId="{CF63B6A7-CACD-430D-B8A1-6CFAFBC4DB7E}" type="presOf" srcId="{0549FA40-1555-4D43-9894-BCD25C6DFBB6}" destId="{263EDBDC-8B62-4724-BFB5-29AB3BEDD1C7}" srcOrd="0" destOrd="3" presId="urn:microsoft.com/office/officeart/2005/8/layout/vList2"/>
    <dgm:cxn modelId="{9974AAB6-3DA5-430F-B9D2-4124B524666B}" srcId="{6EB07EA5-18BA-40FF-A587-9C23E07A9106}" destId="{B905164E-8034-4319-B22F-0986A6839F93}" srcOrd="2" destOrd="0" parTransId="{259421AA-33F4-429B-8FF0-B20D4F257F2E}" sibTransId="{0A9D34F7-1891-4C8C-88A1-8D37D347527A}"/>
    <dgm:cxn modelId="{DB56A5E8-7A18-4EF0-9AE9-8D37AF91E965}" srcId="{B905164E-8034-4319-B22F-0986A6839F93}" destId="{0E08AB82-1782-4AB4-B2C0-CD2DF1E38171}" srcOrd="2" destOrd="0" parTransId="{40509B26-0C5D-4942-BF55-7B3F86CD006C}" sibTransId="{3BE4BD5E-664C-48CF-8023-A9A6179828BC}"/>
    <dgm:cxn modelId="{EBBD2FFB-6713-470B-9BD3-6954F124F0F9}" type="presParOf" srcId="{FF678F53-7184-476D-83F5-A6440D2091A4}" destId="{004C0846-74AA-418E-B3E3-B72CE42B25CB}" srcOrd="0" destOrd="0" presId="urn:microsoft.com/office/officeart/2005/8/layout/vList2"/>
    <dgm:cxn modelId="{67AE4702-6529-4721-A092-472639072469}" type="presParOf" srcId="{FF678F53-7184-476D-83F5-A6440D2091A4}" destId="{EF31D59F-6555-4674-932F-9C8CDB857391}" srcOrd="1" destOrd="0" presId="urn:microsoft.com/office/officeart/2005/8/layout/vList2"/>
    <dgm:cxn modelId="{D1AC2AE6-3E81-4817-93C0-202A355F264D}" type="presParOf" srcId="{FF678F53-7184-476D-83F5-A6440D2091A4}" destId="{CFFC9705-1615-47BA-BD7A-4D9ED72959F9}" srcOrd="2" destOrd="0" presId="urn:microsoft.com/office/officeart/2005/8/layout/vList2"/>
    <dgm:cxn modelId="{EEB3D18D-22EF-4997-9291-F6CCFCDF44D0}" type="presParOf" srcId="{FF678F53-7184-476D-83F5-A6440D2091A4}" destId="{B0DC8AEA-0B1F-4281-9343-1859A0783E7C}" srcOrd="3" destOrd="0" presId="urn:microsoft.com/office/officeart/2005/8/layout/vList2"/>
    <dgm:cxn modelId="{01F14145-1692-439B-9BC4-917DD4EDA287}" type="presParOf" srcId="{FF678F53-7184-476D-83F5-A6440D2091A4}" destId="{E1894995-581D-48D0-99BD-EF9696F5D562}" srcOrd="4" destOrd="0" presId="urn:microsoft.com/office/officeart/2005/8/layout/vList2"/>
    <dgm:cxn modelId="{0787ED85-5B0E-4754-9A75-90EBB18155B4}" type="presParOf" srcId="{FF678F53-7184-476D-83F5-A6440D2091A4}" destId="{263EDBDC-8B62-4724-BFB5-29AB3BEDD1C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00EB98-0DDC-486A-A5FA-6159914A7DC8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911C38E-A7AB-40FB-94EF-5917C3C28852}">
      <dgm:prSet/>
      <dgm:spPr/>
      <dgm:t>
        <a:bodyPr/>
        <a:lstStyle/>
        <a:p>
          <a:r>
            <a:rPr lang="en-US"/>
            <a:t>Bi-encoder:</a:t>
          </a:r>
        </a:p>
      </dgm:t>
    </dgm:pt>
    <dgm:pt modelId="{FFD26462-2A21-4706-AB67-589B30A77CBD}" type="parTrans" cxnId="{A1136FDA-220B-43DF-9BC8-08C5E0ED8405}">
      <dgm:prSet/>
      <dgm:spPr/>
      <dgm:t>
        <a:bodyPr/>
        <a:lstStyle/>
        <a:p>
          <a:endParaRPr lang="en-US"/>
        </a:p>
      </dgm:t>
    </dgm:pt>
    <dgm:pt modelId="{5A9A660B-5037-4984-88BE-C072945F3EA7}" type="sibTrans" cxnId="{A1136FDA-220B-43DF-9BC8-08C5E0ED8405}">
      <dgm:prSet/>
      <dgm:spPr/>
      <dgm:t>
        <a:bodyPr/>
        <a:lstStyle/>
        <a:p>
          <a:endParaRPr lang="en-US"/>
        </a:p>
      </dgm:t>
    </dgm:pt>
    <dgm:pt modelId="{396DBB1A-A38D-4EA5-984A-07F87FE48F0A}">
      <dgm:prSet/>
      <dgm:spPr/>
      <dgm:t>
        <a:bodyPr/>
        <a:lstStyle/>
        <a:p>
          <a:r>
            <a:rPr lang="en-US"/>
            <a:t> Cross-encoder:</a:t>
          </a:r>
        </a:p>
      </dgm:t>
    </dgm:pt>
    <dgm:pt modelId="{DF355C18-2047-4D9B-AE6B-24ABE26FCF8A}" type="parTrans" cxnId="{5FF767B8-B183-4AC2-8494-742BAB7C9D82}">
      <dgm:prSet/>
      <dgm:spPr/>
      <dgm:t>
        <a:bodyPr/>
        <a:lstStyle/>
        <a:p>
          <a:endParaRPr lang="en-US"/>
        </a:p>
      </dgm:t>
    </dgm:pt>
    <dgm:pt modelId="{FDA613CB-016F-4F4B-BF21-2FD0A859C9EE}" type="sibTrans" cxnId="{5FF767B8-B183-4AC2-8494-742BAB7C9D82}">
      <dgm:prSet/>
      <dgm:spPr/>
      <dgm:t>
        <a:bodyPr/>
        <a:lstStyle/>
        <a:p>
          <a:endParaRPr lang="en-US"/>
        </a:p>
      </dgm:t>
    </dgm:pt>
    <dgm:pt modelId="{561B2BF3-2AA9-4C04-875F-4EF1CBB76194}">
      <dgm:prSet/>
      <dgm:spPr/>
      <dgm:t>
        <a:bodyPr/>
        <a:lstStyle/>
        <a:p>
          <a:r>
            <a:rPr lang="en-US"/>
            <a:t>Hỗ trợ hội thoại: </a:t>
          </a:r>
        </a:p>
      </dgm:t>
    </dgm:pt>
    <dgm:pt modelId="{5CBA1B43-FC87-4756-9582-4FE38D2A3D66}" type="parTrans" cxnId="{FB0C8892-1AB6-4451-98D1-7E0E7E1D1870}">
      <dgm:prSet/>
      <dgm:spPr/>
      <dgm:t>
        <a:bodyPr/>
        <a:lstStyle/>
        <a:p>
          <a:endParaRPr lang="en-US"/>
        </a:p>
      </dgm:t>
    </dgm:pt>
    <dgm:pt modelId="{51BD24FC-9047-407C-978A-B9C8B73A44AF}" type="sibTrans" cxnId="{FB0C8892-1AB6-4451-98D1-7E0E7E1D1870}">
      <dgm:prSet/>
      <dgm:spPr/>
      <dgm:t>
        <a:bodyPr/>
        <a:lstStyle/>
        <a:p>
          <a:endParaRPr lang="en-US"/>
        </a:p>
      </dgm:t>
    </dgm:pt>
    <dgm:pt modelId="{15941048-F281-4164-B718-23D367A2AF71}">
      <dgm:prSet/>
      <dgm:spPr/>
      <dgm:t>
        <a:bodyPr/>
        <a:lstStyle/>
        <a:p>
          <a:pPr>
            <a:buNone/>
          </a:pPr>
          <a:r>
            <a:rPr lang="en-US"/>
            <a:t>– Document pinning </a:t>
          </a:r>
        </a:p>
      </dgm:t>
    </dgm:pt>
    <dgm:pt modelId="{F3DF1D9A-F475-4AEF-B84A-E246715EECCC}" type="parTrans" cxnId="{B6A3F902-8E95-4381-A395-48C9BD902F84}">
      <dgm:prSet/>
      <dgm:spPr/>
      <dgm:t>
        <a:bodyPr/>
        <a:lstStyle/>
        <a:p>
          <a:endParaRPr lang="en-US"/>
        </a:p>
      </dgm:t>
    </dgm:pt>
    <dgm:pt modelId="{4035BF24-7900-4D16-B58F-0EE2ADFCBDDC}" type="sibTrans" cxnId="{B6A3F902-8E95-4381-A395-48C9BD902F84}">
      <dgm:prSet/>
      <dgm:spPr/>
      <dgm:t>
        <a:bodyPr/>
        <a:lstStyle/>
        <a:p>
          <a:endParaRPr lang="en-US"/>
        </a:p>
      </dgm:t>
    </dgm:pt>
    <dgm:pt modelId="{D0472862-A7D9-4B8C-8834-ED3287BE5E09}">
      <dgm:prSet/>
      <dgm:spPr/>
      <dgm:t>
        <a:bodyPr/>
        <a:lstStyle/>
        <a:p>
          <a:pPr>
            <a:buNone/>
          </a:pPr>
          <a:r>
            <a:rPr lang="en-US"/>
            <a:t>– Follow-up question handling </a:t>
          </a:r>
        </a:p>
      </dgm:t>
    </dgm:pt>
    <dgm:pt modelId="{BDB488AD-8ABE-4F04-8829-2EF05E9FB053}" type="parTrans" cxnId="{F3E8FDD8-630A-4311-A9D9-55F144AAA08F}">
      <dgm:prSet/>
      <dgm:spPr/>
      <dgm:t>
        <a:bodyPr/>
        <a:lstStyle/>
        <a:p>
          <a:endParaRPr lang="en-US"/>
        </a:p>
      </dgm:t>
    </dgm:pt>
    <dgm:pt modelId="{D96BBFD7-598B-488A-89F7-99633E068E3E}" type="sibTrans" cxnId="{F3E8FDD8-630A-4311-A9D9-55F144AAA08F}">
      <dgm:prSet/>
      <dgm:spPr/>
      <dgm:t>
        <a:bodyPr/>
        <a:lstStyle/>
        <a:p>
          <a:endParaRPr lang="en-US"/>
        </a:p>
      </dgm:t>
    </dgm:pt>
    <dgm:pt modelId="{81175E94-130E-4EB2-8A4A-E27528F55876}">
      <dgm:prSet/>
      <dgm:spPr/>
      <dgm:t>
        <a:bodyPr/>
        <a:lstStyle/>
        <a:p>
          <a:pPr>
            <a:buNone/>
          </a:pPr>
          <a:r>
            <a:rPr lang="en-US"/>
            <a:t>– Clarification khi câu hỏi mơ hồ</a:t>
          </a:r>
        </a:p>
      </dgm:t>
    </dgm:pt>
    <dgm:pt modelId="{6ECF331F-2E72-48F1-ACD4-B98469383586}" type="parTrans" cxnId="{40EFE5B8-C5AE-480E-8A1B-7B6045078D63}">
      <dgm:prSet/>
      <dgm:spPr/>
      <dgm:t>
        <a:bodyPr/>
        <a:lstStyle/>
        <a:p>
          <a:endParaRPr lang="en-US"/>
        </a:p>
      </dgm:t>
    </dgm:pt>
    <dgm:pt modelId="{4874C631-2D2B-4A52-AFB4-5800F352A1EA}" type="sibTrans" cxnId="{40EFE5B8-C5AE-480E-8A1B-7B6045078D63}">
      <dgm:prSet/>
      <dgm:spPr/>
      <dgm:t>
        <a:bodyPr/>
        <a:lstStyle/>
        <a:p>
          <a:endParaRPr lang="en-US"/>
        </a:p>
      </dgm:t>
    </dgm:pt>
    <dgm:pt modelId="{100C76EF-53DA-4361-BF27-045C4B948112}">
      <dgm:prSet/>
      <dgm:spPr/>
      <dgm:t>
        <a:bodyPr/>
        <a:lstStyle/>
        <a:p>
          <a:pPr>
            <a:buNone/>
          </a:pPr>
          <a:r>
            <a:rPr lang="en-US"/>
            <a:t>   Truy hồi nhanh tập ứng viên ban đầu</a:t>
          </a:r>
        </a:p>
      </dgm:t>
    </dgm:pt>
    <dgm:pt modelId="{EB2864C1-42CA-47BC-AF5E-611DF19CB02A}" type="parTrans" cxnId="{CBAA80E3-5AB9-4040-80D7-DC54258BA733}">
      <dgm:prSet/>
      <dgm:spPr/>
      <dgm:t>
        <a:bodyPr/>
        <a:lstStyle/>
        <a:p>
          <a:endParaRPr lang="en-US"/>
        </a:p>
      </dgm:t>
    </dgm:pt>
    <dgm:pt modelId="{850E9E05-1046-403F-AE95-2E4B6C2366D4}" type="sibTrans" cxnId="{CBAA80E3-5AB9-4040-80D7-DC54258BA733}">
      <dgm:prSet/>
      <dgm:spPr/>
      <dgm:t>
        <a:bodyPr/>
        <a:lstStyle/>
        <a:p>
          <a:endParaRPr lang="en-US"/>
        </a:p>
      </dgm:t>
    </dgm:pt>
    <dgm:pt modelId="{9CF6CB17-1713-4800-ADDB-5E4FAB70ABC6}">
      <dgm:prSet/>
      <dgm:spPr/>
      <dgm:t>
        <a:bodyPr/>
        <a:lstStyle/>
        <a:p>
          <a:pPr marL="233363" indent="0" algn="l">
            <a:buNone/>
          </a:pPr>
          <a:r>
            <a:rPr lang="en-US"/>
            <a:t>Tái xếp hạng</a:t>
          </a:r>
        </a:p>
      </dgm:t>
    </dgm:pt>
    <dgm:pt modelId="{2907C7FA-EF55-47B8-8B47-E1FB4189B676}" type="parTrans" cxnId="{F5DE222C-7443-4F69-807E-5C4304B8BB66}">
      <dgm:prSet/>
      <dgm:spPr/>
      <dgm:t>
        <a:bodyPr/>
        <a:lstStyle/>
        <a:p>
          <a:endParaRPr lang="en-US"/>
        </a:p>
      </dgm:t>
    </dgm:pt>
    <dgm:pt modelId="{E44D0609-7894-4B79-B766-7AC223174561}" type="sibTrans" cxnId="{F5DE222C-7443-4F69-807E-5C4304B8BB66}">
      <dgm:prSet/>
      <dgm:spPr/>
      <dgm:t>
        <a:bodyPr/>
        <a:lstStyle/>
        <a:p>
          <a:endParaRPr lang="en-US"/>
        </a:p>
      </dgm:t>
    </dgm:pt>
    <dgm:pt modelId="{3E2DB8A0-39A8-4DFF-9B0C-C93C786B315B}">
      <dgm:prSet/>
      <dgm:spPr/>
      <dgm:t>
        <a:bodyPr/>
        <a:lstStyle/>
        <a:p>
          <a:pPr marL="233363" indent="0" algn="l">
            <a:buNone/>
          </a:pPr>
          <a:r>
            <a:rPr lang="en-US"/>
            <a:t>để tăng độ               chính xác </a:t>
          </a:r>
        </a:p>
      </dgm:t>
    </dgm:pt>
    <dgm:pt modelId="{FF7C42D5-A76D-4B75-B73A-6D18709214FF}" type="parTrans" cxnId="{D3C0A0BB-2FA0-412E-B2AE-5F825069FF06}">
      <dgm:prSet/>
      <dgm:spPr/>
      <dgm:t>
        <a:bodyPr/>
        <a:lstStyle/>
        <a:p>
          <a:endParaRPr lang="en-US"/>
        </a:p>
      </dgm:t>
    </dgm:pt>
    <dgm:pt modelId="{BC88E64F-B4B4-4371-B097-2C2C10523D2F}" type="sibTrans" cxnId="{D3C0A0BB-2FA0-412E-B2AE-5F825069FF06}">
      <dgm:prSet/>
      <dgm:spPr/>
      <dgm:t>
        <a:bodyPr/>
        <a:lstStyle/>
        <a:p>
          <a:endParaRPr lang="en-US"/>
        </a:p>
      </dgm:t>
    </dgm:pt>
    <dgm:pt modelId="{825FFB4B-A778-491E-B26B-033164A9F152}" type="pres">
      <dgm:prSet presAssocID="{AE00EB98-0DDC-486A-A5FA-6159914A7DC8}" presName="Name0" presStyleCnt="0">
        <dgm:presLayoutVars>
          <dgm:dir/>
          <dgm:animLvl val="lvl"/>
          <dgm:resizeHandles val="exact"/>
        </dgm:presLayoutVars>
      </dgm:prSet>
      <dgm:spPr/>
    </dgm:pt>
    <dgm:pt modelId="{136BACE2-F170-456F-B7AB-1D67EC5322D7}" type="pres">
      <dgm:prSet presAssocID="{C911C38E-A7AB-40FB-94EF-5917C3C28852}" presName="composite" presStyleCnt="0"/>
      <dgm:spPr/>
    </dgm:pt>
    <dgm:pt modelId="{3CEE1E32-364B-4B7B-BBD7-596F238A2823}" type="pres">
      <dgm:prSet presAssocID="{C911C38E-A7AB-40FB-94EF-5917C3C2885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7A2AFCC-F565-4EDC-B101-781A64BE0055}" type="pres">
      <dgm:prSet presAssocID="{C911C38E-A7AB-40FB-94EF-5917C3C28852}" presName="desTx" presStyleLbl="alignAccFollowNode1" presStyleIdx="0" presStyleCnt="3">
        <dgm:presLayoutVars>
          <dgm:bulletEnabled val="1"/>
        </dgm:presLayoutVars>
      </dgm:prSet>
      <dgm:spPr/>
    </dgm:pt>
    <dgm:pt modelId="{7C30C6BE-FABA-49A8-BA05-E378001BBF09}" type="pres">
      <dgm:prSet presAssocID="{5A9A660B-5037-4984-88BE-C072945F3EA7}" presName="space" presStyleCnt="0"/>
      <dgm:spPr/>
    </dgm:pt>
    <dgm:pt modelId="{CBB7951E-AA28-4414-9037-241E605E4DE4}" type="pres">
      <dgm:prSet presAssocID="{396DBB1A-A38D-4EA5-984A-07F87FE48F0A}" presName="composite" presStyleCnt="0"/>
      <dgm:spPr/>
    </dgm:pt>
    <dgm:pt modelId="{EF3F486C-E2C4-4F9E-B4E1-07533798BCE9}" type="pres">
      <dgm:prSet presAssocID="{396DBB1A-A38D-4EA5-984A-07F87FE48F0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9FAE1E1-B7E8-4322-B9DF-510A4D6EA0D8}" type="pres">
      <dgm:prSet presAssocID="{396DBB1A-A38D-4EA5-984A-07F87FE48F0A}" presName="desTx" presStyleLbl="alignAccFollowNode1" presStyleIdx="1" presStyleCnt="3" custLinFactNeighborX="0" custLinFactNeighborY="-797">
        <dgm:presLayoutVars>
          <dgm:bulletEnabled val="1"/>
        </dgm:presLayoutVars>
      </dgm:prSet>
      <dgm:spPr/>
    </dgm:pt>
    <dgm:pt modelId="{F0BC0FE1-D715-449E-B343-1DD73C61E7CB}" type="pres">
      <dgm:prSet presAssocID="{FDA613CB-016F-4F4B-BF21-2FD0A859C9EE}" presName="space" presStyleCnt="0"/>
      <dgm:spPr/>
    </dgm:pt>
    <dgm:pt modelId="{8CFBCCC2-6604-49F2-908A-31E567B9B559}" type="pres">
      <dgm:prSet presAssocID="{561B2BF3-2AA9-4C04-875F-4EF1CBB76194}" presName="composite" presStyleCnt="0"/>
      <dgm:spPr/>
    </dgm:pt>
    <dgm:pt modelId="{3406FB22-FF24-4232-B948-084ACD83070C}" type="pres">
      <dgm:prSet presAssocID="{561B2BF3-2AA9-4C04-875F-4EF1CBB7619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C408339-00F1-4731-BFB2-193CA4316BF9}" type="pres">
      <dgm:prSet presAssocID="{561B2BF3-2AA9-4C04-875F-4EF1CBB7619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6A3F902-8E95-4381-A395-48C9BD902F84}" srcId="{561B2BF3-2AA9-4C04-875F-4EF1CBB76194}" destId="{15941048-F281-4164-B718-23D367A2AF71}" srcOrd="0" destOrd="0" parTransId="{F3DF1D9A-F475-4AEF-B84A-E246715EECCC}" sibTransId="{4035BF24-7900-4D16-B58F-0EE2ADFCBDDC}"/>
    <dgm:cxn modelId="{F9A0DA0A-033A-4C61-9F1E-729FDB7038C5}" type="presOf" srcId="{81175E94-130E-4EB2-8A4A-E27528F55876}" destId="{9C408339-00F1-4731-BFB2-193CA4316BF9}" srcOrd="0" destOrd="2" presId="urn:microsoft.com/office/officeart/2005/8/layout/hList1"/>
    <dgm:cxn modelId="{F5DE222C-7443-4F69-807E-5C4304B8BB66}" srcId="{396DBB1A-A38D-4EA5-984A-07F87FE48F0A}" destId="{9CF6CB17-1713-4800-ADDB-5E4FAB70ABC6}" srcOrd="0" destOrd="0" parTransId="{2907C7FA-EF55-47B8-8B47-E1FB4189B676}" sibTransId="{E44D0609-7894-4B79-B766-7AC223174561}"/>
    <dgm:cxn modelId="{FD800D2D-7717-4FEB-895F-109B17ED2B4C}" type="presOf" srcId="{C911C38E-A7AB-40FB-94EF-5917C3C28852}" destId="{3CEE1E32-364B-4B7B-BBD7-596F238A2823}" srcOrd="0" destOrd="0" presId="urn:microsoft.com/office/officeart/2005/8/layout/hList1"/>
    <dgm:cxn modelId="{73D4953C-1812-41C0-BB45-FC3D6960BC75}" type="presOf" srcId="{396DBB1A-A38D-4EA5-984A-07F87FE48F0A}" destId="{EF3F486C-E2C4-4F9E-B4E1-07533798BCE9}" srcOrd="0" destOrd="0" presId="urn:microsoft.com/office/officeart/2005/8/layout/hList1"/>
    <dgm:cxn modelId="{116B7F5E-0C56-4C66-BEDA-10C664270037}" type="presOf" srcId="{561B2BF3-2AA9-4C04-875F-4EF1CBB76194}" destId="{3406FB22-FF24-4232-B948-084ACD83070C}" srcOrd="0" destOrd="0" presId="urn:microsoft.com/office/officeart/2005/8/layout/hList1"/>
    <dgm:cxn modelId="{5C007B42-323A-4C87-964B-B5CD0FADFC2E}" type="presOf" srcId="{15941048-F281-4164-B718-23D367A2AF71}" destId="{9C408339-00F1-4731-BFB2-193CA4316BF9}" srcOrd="0" destOrd="0" presId="urn:microsoft.com/office/officeart/2005/8/layout/hList1"/>
    <dgm:cxn modelId="{FB0C8892-1AB6-4451-98D1-7E0E7E1D1870}" srcId="{AE00EB98-0DDC-486A-A5FA-6159914A7DC8}" destId="{561B2BF3-2AA9-4C04-875F-4EF1CBB76194}" srcOrd="2" destOrd="0" parTransId="{5CBA1B43-FC87-4756-9582-4FE38D2A3D66}" sibTransId="{51BD24FC-9047-407C-978A-B9C8B73A44AF}"/>
    <dgm:cxn modelId="{38A0C0A2-5784-4E08-8B97-0C2FFC2B4C9E}" type="presOf" srcId="{D0472862-A7D9-4B8C-8834-ED3287BE5E09}" destId="{9C408339-00F1-4731-BFB2-193CA4316BF9}" srcOrd="0" destOrd="1" presId="urn:microsoft.com/office/officeart/2005/8/layout/hList1"/>
    <dgm:cxn modelId="{46595DA4-0A20-4BAB-BBC9-1808FD3F2455}" type="presOf" srcId="{9CF6CB17-1713-4800-ADDB-5E4FAB70ABC6}" destId="{69FAE1E1-B7E8-4322-B9DF-510A4D6EA0D8}" srcOrd="0" destOrd="0" presId="urn:microsoft.com/office/officeart/2005/8/layout/hList1"/>
    <dgm:cxn modelId="{5FF767B8-B183-4AC2-8494-742BAB7C9D82}" srcId="{AE00EB98-0DDC-486A-A5FA-6159914A7DC8}" destId="{396DBB1A-A38D-4EA5-984A-07F87FE48F0A}" srcOrd="1" destOrd="0" parTransId="{DF355C18-2047-4D9B-AE6B-24ABE26FCF8A}" sibTransId="{FDA613CB-016F-4F4B-BF21-2FD0A859C9EE}"/>
    <dgm:cxn modelId="{40EFE5B8-C5AE-480E-8A1B-7B6045078D63}" srcId="{561B2BF3-2AA9-4C04-875F-4EF1CBB76194}" destId="{81175E94-130E-4EB2-8A4A-E27528F55876}" srcOrd="2" destOrd="0" parTransId="{6ECF331F-2E72-48F1-ACD4-B98469383586}" sibTransId="{4874C631-2D2B-4A52-AFB4-5800F352A1EA}"/>
    <dgm:cxn modelId="{D3C0A0BB-2FA0-412E-B2AE-5F825069FF06}" srcId="{396DBB1A-A38D-4EA5-984A-07F87FE48F0A}" destId="{3E2DB8A0-39A8-4DFF-9B0C-C93C786B315B}" srcOrd="1" destOrd="0" parTransId="{FF7C42D5-A76D-4B75-B73A-6D18709214FF}" sibTransId="{BC88E64F-B4B4-4371-B097-2C2C10523D2F}"/>
    <dgm:cxn modelId="{A9CD98D6-41C5-4E0D-AFA5-305A63945146}" type="presOf" srcId="{3E2DB8A0-39A8-4DFF-9B0C-C93C786B315B}" destId="{69FAE1E1-B7E8-4322-B9DF-510A4D6EA0D8}" srcOrd="0" destOrd="1" presId="urn:microsoft.com/office/officeart/2005/8/layout/hList1"/>
    <dgm:cxn modelId="{F3E8FDD8-630A-4311-A9D9-55F144AAA08F}" srcId="{561B2BF3-2AA9-4C04-875F-4EF1CBB76194}" destId="{D0472862-A7D9-4B8C-8834-ED3287BE5E09}" srcOrd="1" destOrd="0" parTransId="{BDB488AD-8ABE-4F04-8829-2EF05E9FB053}" sibTransId="{D96BBFD7-598B-488A-89F7-99633E068E3E}"/>
    <dgm:cxn modelId="{A1136FDA-220B-43DF-9BC8-08C5E0ED8405}" srcId="{AE00EB98-0DDC-486A-A5FA-6159914A7DC8}" destId="{C911C38E-A7AB-40FB-94EF-5917C3C28852}" srcOrd="0" destOrd="0" parTransId="{FFD26462-2A21-4706-AB67-589B30A77CBD}" sibTransId="{5A9A660B-5037-4984-88BE-C072945F3EA7}"/>
    <dgm:cxn modelId="{CBAA80E3-5AB9-4040-80D7-DC54258BA733}" srcId="{C911C38E-A7AB-40FB-94EF-5917C3C28852}" destId="{100C76EF-53DA-4361-BF27-045C4B948112}" srcOrd="0" destOrd="0" parTransId="{EB2864C1-42CA-47BC-AF5E-611DF19CB02A}" sibTransId="{850E9E05-1046-403F-AE95-2E4B6C2366D4}"/>
    <dgm:cxn modelId="{08FDD5EB-6B23-40E6-848D-3AEC9BD7D912}" type="presOf" srcId="{100C76EF-53DA-4361-BF27-045C4B948112}" destId="{C7A2AFCC-F565-4EDC-B101-781A64BE0055}" srcOrd="0" destOrd="0" presId="urn:microsoft.com/office/officeart/2005/8/layout/hList1"/>
    <dgm:cxn modelId="{760FFBF8-9966-479A-90A9-7662C465DAFC}" type="presOf" srcId="{AE00EB98-0DDC-486A-A5FA-6159914A7DC8}" destId="{825FFB4B-A778-491E-B26B-033164A9F152}" srcOrd="0" destOrd="0" presId="urn:microsoft.com/office/officeart/2005/8/layout/hList1"/>
    <dgm:cxn modelId="{1DB5270E-5278-47C0-A1C9-87E73F7B7C11}" type="presParOf" srcId="{825FFB4B-A778-491E-B26B-033164A9F152}" destId="{136BACE2-F170-456F-B7AB-1D67EC5322D7}" srcOrd="0" destOrd="0" presId="urn:microsoft.com/office/officeart/2005/8/layout/hList1"/>
    <dgm:cxn modelId="{4C529339-9820-4C6C-B32F-2713763B1475}" type="presParOf" srcId="{136BACE2-F170-456F-B7AB-1D67EC5322D7}" destId="{3CEE1E32-364B-4B7B-BBD7-596F238A2823}" srcOrd="0" destOrd="0" presId="urn:microsoft.com/office/officeart/2005/8/layout/hList1"/>
    <dgm:cxn modelId="{0235B035-C87C-422A-A11D-FEEB1792259F}" type="presParOf" srcId="{136BACE2-F170-456F-B7AB-1D67EC5322D7}" destId="{C7A2AFCC-F565-4EDC-B101-781A64BE0055}" srcOrd="1" destOrd="0" presId="urn:microsoft.com/office/officeart/2005/8/layout/hList1"/>
    <dgm:cxn modelId="{E503AC11-CCBB-4451-A403-232E2E46FC45}" type="presParOf" srcId="{825FFB4B-A778-491E-B26B-033164A9F152}" destId="{7C30C6BE-FABA-49A8-BA05-E378001BBF09}" srcOrd="1" destOrd="0" presId="urn:microsoft.com/office/officeart/2005/8/layout/hList1"/>
    <dgm:cxn modelId="{45F8A28D-3E3E-4553-ACCF-1630F9CBA26E}" type="presParOf" srcId="{825FFB4B-A778-491E-B26B-033164A9F152}" destId="{CBB7951E-AA28-4414-9037-241E605E4DE4}" srcOrd="2" destOrd="0" presId="urn:microsoft.com/office/officeart/2005/8/layout/hList1"/>
    <dgm:cxn modelId="{33A883E4-6D23-46C1-9C99-2BA151D7632A}" type="presParOf" srcId="{CBB7951E-AA28-4414-9037-241E605E4DE4}" destId="{EF3F486C-E2C4-4F9E-B4E1-07533798BCE9}" srcOrd="0" destOrd="0" presId="urn:microsoft.com/office/officeart/2005/8/layout/hList1"/>
    <dgm:cxn modelId="{A1C61F3C-44BA-4D18-9163-81EC96467F67}" type="presParOf" srcId="{CBB7951E-AA28-4414-9037-241E605E4DE4}" destId="{69FAE1E1-B7E8-4322-B9DF-510A4D6EA0D8}" srcOrd="1" destOrd="0" presId="urn:microsoft.com/office/officeart/2005/8/layout/hList1"/>
    <dgm:cxn modelId="{245A83E3-459C-4773-8567-D3DF0AD9E609}" type="presParOf" srcId="{825FFB4B-A778-491E-B26B-033164A9F152}" destId="{F0BC0FE1-D715-449E-B343-1DD73C61E7CB}" srcOrd="3" destOrd="0" presId="urn:microsoft.com/office/officeart/2005/8/layout/hList1"/>
    <dgm:cxn modelId="{829BBC9E-B4DD-4B55-A080-3CA42DF4A192}" type="presParOf" srcId="{825FFB4B-A778-491E-B26B-033164A9F152}" destId="{8CFBCCC2-6604-49F2-908A-31E567B9B559}" srcOrd="4" destOrd="0" presId="urn:microsoft.com/office/officeart/2005/8/layout/hList1"/>
    <dgm:cxn modelId="{980F2E93-5CD3-4F53-8EA0-EF1B0245FA22}" type="presParOf" srcId="{8CFBCCC2-6604-49F2-908A-31E567B9B559}" destId="{3406FB22-FF24-4232-B948-084ACD83070C}" srcOrd="0" destOrd="0" presId="urn:microsoft.com/office/officeart/2005/8/layout/hList1"/>
    <dgm:cxn modelId="{AC464A39-5C6D-468E-9647-C52229D8A2B5}" type="presParOf" srcId="{8CFBCCC2-6604-49F2-908A-31E567B9B559}" destId="{9C408339-00F1-4731-BFB2-193CA4316BF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20F01C-B89C-4146-B3CE-47D543CF7F8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DF8C160-C666-46E1-9519-EE1BA8420C00}">
      <dgm:prSet custT="1"/>
      <dgm:spPr/>
      <dgm:t>
        <a:bodyPr/>
        <a:lstStyle/>
        <a:p>
          <a:r>
            <a:rPr lang="en-US" sz="2400"/>
            <a:t>User:</a:t>
          </a:r>
        </a:p>
      </dgm:t>
    </dgm:pt>
    <dgm:pt modelId="{D03B1926-5593-4A24-9BC7-A511876E6CF9}" type="parTrans" cxnId="{D6240E9F-556A-443D-A13A-34F494ACE700}">
      <dgm:prSet/>
      <dgm:spPr/>
      <dgm:t>
        <a:bodyPr/>
        <a:lstStyle/>
        <a:p>
          <a:endParaRPr lang="en-US"/>
        </a:p>
      </dgm:t>
    </dgm:pt>
    <dgm:pt modelId="{58939B33-A188-4D62-A41C-1FEB09084085}" type="sibTrans" cxnId="{D6240E9F-556A-443D-A13A-34F494ACE700}">
      <dgm:prSet/>
      <dgm:spPr/>
      <dgm:t>
        <a:bodyPr/>
        <a:lstStyle/>
        <a:p>
          <a:endParaRPr lang="en-US"/>
        </a:p>
      </dgm:t>
    </dgm:pt>
    <dgm:pt modelId="{C71CA00F-2300-45B8-96FB-F9C188F6F4D7}">
      <dgm:prSet custT="1"/>
      <dgm:spPr/>
      <dgm:t>
        <a:bodyPr/>
        <a:lstStyle/>
        <a:p>
          <a:r>
            <a:rPr lang="en-US" sz="2400"/>
            <a:t>Admin:</a:t>
          </a:r>
        </a:p>
      </dgm:t>
    </dgm:pt>
    <dgm:pt modelId="{9A0F4579-91F5-42B6-B2B4-7DB06CA9EB34}" type="parTrans" cxnId="{F7D5E0B0-6F05-42F2-BFF5-ACADFC96AB0F}">
      <dgm:prSet/>
      <dgm:spPr/>
      <dgm:t>
        <a:bodyPr/>
        <a:lstStyle/>
        <a:p>
          <a:endParaRPr lang="en-US"/>
        </a:p>
      </dgm:t>
    </dgm:pt>
    <dgm:pt modelId="{73E6BC27-733D-482B-B073-763123A7ED93}" type="sibTrans" cxnId="{F7D5E0B0-6F05-42F2-BFF5-ACADFC96AB0F}">
      <dgm:prSet/>
      <dgm:spPr/>
      <dgm:t>
        <a:bodyPr/>
        <a:lstStyle/>
        <a:p>
          <a:endParaRPr lang="en-US"/>
        </a:p>
      </dgm:t>
    </dgm:pt>
    <dgm:pt modelId="{D6AB345F-4113-4EE9-AE1F-AEA477F28D63}">
      <dgm:prSet custT="1"/>
      <dgm:spPr/>
      <dgm:t>
        <a:bodyPr/>
        <a:lstStyle/>
        <a:p>
          <a:pPr>
            <a:buNone/>
          </a:pPr>
          <a:r>
            <a:rPr lang="en-US" sz="2400"/>
            <a:t>- Latency &lt; 15s</a:t>
          </a:r>
        </a:p>
      </dgm:t>
    </dgm:pt>
    <dgm:pt modelId="{34ECD116-08FF-4CAE-83C2-350213B2CC0E}" type="parTrans" cxnId="{7A2C91DA-EC69-4C59-B45E-3E204A63A588}">
      <dgm:prSet/>
      <dgm:spPr/>
      <dgm:t>
        <a:bodyPr/>
        <a:lstStyle/>
        <a:p>
          <a:endParaRPr lang="en-US"/>
        </a:p>
      </dgm:t>
    </dgm:pt>
    <dgm:pt modelId="{B0884780-8053-4EF1-8E16-8938471EF67C}" type="sibTrans" cxnId="{7A2C91DA-EC69-4C59-B45E-3E204A63A588}">
      <dgm:prSet/>
      <dgm:spPr/>
      <dgm:t>
        <a:bodyPr/>
        <a:lstStyle/>
        <a:p>
          <a:endParaRPr lang="en-US"/>
        </a:p>
      </dgm:t>
    </dgm:pt>
    <dgm:pt modelId="{1C1AEAF3-4BCB-4FC8-9E91-46AA53565F27}">
      <dgm:prSet custT="1"/>
      <dgm:spPr/>
      <dgm:t>
        <a:bodyPr/>
        <a:lstStyle/>
        <a:p>
          <a:pPr>
            <a:buNone/>
          </a:pPr>
          <a:r>
            <a:rPr lang="en-US" sz="2400"/>
            <a:t>- Khả năng mở rộng</a:t>
          </a:r>
        </a:p>
      </dgm:t>
    </dgm:pt>
    <dgm:pt modelId="{2AC07F87-52B1-4AA8-9CAE-A5BF3C033104}" type="parTrans" cxnId="{047465B1-B342-4F50-AD0B-B61A52707A5E}">
      <dgm:prSet/>
      <dgm:spPr/>
      <dgm:t>
        <a:bodyPr/>
        <a:lstStyle/>
        <a:p>
          <a:endParaRPr lang="en-US"/>
        </a:p>
      </dgm:t>
    </dgm:pt>
    <dgm:pt modelId="{FC13416F-3C08-40D3-B803-452B938D9F9F}" type="sibTrans" cxnId="{047465B1-B342-4F50-AD0B-B61A52707A5E}">
      <dgm:prSet/>
      <dgm:spPr/>
      <dgm:t>
        <a:bodyPr/>
        <a:lstStyle/>
        <a:p>
          <a:endParaRPr lang="en-US"/>
        </a:p>
      </dgm:t>
    </dgm:pt>
    <dgm:pt modelId="{352F54A4-601F-4945-BA92-01F447015889}">
      <dgm:prSet custT="1"/>
      <dgm:spPr/>
      <dgm:t>
        <a:bodyPr/>
        <a:lstStyle/>
        <a:p>
          <a:pPr>
            <a:buNone/>
          </a:pPr>
          <a:r>
            <a:rPr lang="en-US" sz="2400"/>
            <a:t>- Lưu trữ dữ liệu</a:t>
          </a:r>
        </a:p>
      </dgm:t>
    </dgm:pt>
    <dgm:pt modelId="{40D84419-A4FA-4F5A-9814-F0D34864323D}" type="parTrans" cxnId="{E4E17BA9-3334-4158-9102-E22D77839D0A}">
      <dgm:prSet/>
      <dgm:spPr/>
      <dgm:t>
        <a:bodyPr/>
        <a:lstStyle/>
        <a:p>
          <a:endParaRPr lang="en-US"/>
        </a:p>
      </dgm:t>
    </dgm:pt>
    <dgm:pt modelId="{E04B55DD-9FE9-4AAE-94EE-0388056B1021}" type="sibTrans" cxnId="{E4E17BA9-3334-4158-9102-E22D77839D0A}">
      <dgm:prSet/>
      <dgm:spPr/>
      <dgm:t>
        <a:bodyPr/>
        <a:lstStyle/>
        <a:p>
          <a:endParaRPr lang="en-US"/>
        </a:p>
      </dgm:t>
    </dgm:pt>
    <dgm:pt modelId="{7A86EFC7-A2BF-477B-8EAB-D9BCE0ED29EB}">
      <dgm:prSet custT="1"/>
      <dgm:spPr/>
      <dgm:t>
        <a:bodyPr/>
        <a:lstStyle/>
        <a:p>
          <a:pPr>
            <a:buNone/>
          </a:pPr>
          <a:r>
            <a:rPr lang="en-US" sz="2400"/>
            <a:t>Hỏi đáp, điền biểu mẫu (không đăng nhập)</a:t>
          </a:r>
        </a:p>
      </dgm:t>
    </dgm:pt>
    <dgm:pt modelId="{05EA01B0-0933-4D8B-99A8-1FAAF833E766}" type="parTrans" cxnId="{5121A9A9-3304-4259-933D-F8ACBEA4EFB9}">
      <dgm:prSet/>
      <dgm:spPr/>
      <dgm:t>
        <a:bodyPr/>
        <a:lstStyle/>
        <a:p>
          <a:endParaRPr lang="en-US"/>
        </a:p>
      </dgm:t>
    </dgm:pt>
    <dgm:pt modelId="{54B63D80-7CE5-4D6A-A68E-3D6A6ED5D122}" type="sibTrans" cxnId="{5121A9A9-3304-4259-933D-F8ACBEA4EFB9}">
      <dgm:prSet/>
      <dgm:spPr/>
      <dgm:t>
        <a:bodyPr/>
        <a:lstStyle/>
        <a:p>
          <a:endParaRPr lang="en-US"/>
        </a:p>
      </dgm:t>
    </dgm:pt>
    <dgm:pt modelId="{E152CEC8-2730-4100-815C-3494AA0BD18A}">
      <dgm:prSet custT="1"/>
      <dgm:spPr/>
      <dgm:t>
        <a:bodyPr/>
        <a:lstStyle/>
        <a:p>
          <a:pPr>
            <a:buNone/>
          </a:pPr>
          <a:r>
            <a:rPr lang="en-US" sz="2400"/>
            <a:t>Quản lý văn bản, giám sát</a:t>
          </a:r>
        </a:p>
      </dgm:t>
    </dgm:pt>
    <dgm:pt modelId="{867279F8-A467-4688-B721-37C89BD51D7B}" type="parTrans" cxnId="{9CCD6AAA-738C-4B8A-86F9-848C39D936D3}">
      <dgm:prSet/>
      <dgm:spPr/>
      <dgm:t>
        <a:bodyPr/>
        <a:lstStyle/>
        <a:p>
          <a:endParaRPr lang="en-US"/>
        </a:p>
      </dgm:t>
    </dgm:pt>
    <dgm:pt modelId="{BE65A730-E672-4C5B-9829-E57257C24AC4}" type="sibTrans" cxnId="{9CCD6AAA-738C-4B8A-86F9-848C39D936D3}">
      <dgm:prSet/>
      <dgm:spPr/>
      <dgm:t>
        <a:bodyPr/>
        <a:lstStyle/>
        <a:p>
          <a:endParaRPr lang="en-US"/>
        </a:p>
      </dgm:t>
    </dgm:pt>
    <dgm:pt modelId="{0239FA1F-8904-4834-B345-73FF9573614B}">
      <dgm:prSet custT="1"/>
      <dgm:spPr/>
      <dgm:t>
        <a:bodyPr/>
        <a:lstStyle/>
        <a:p>
          <a:r>
            <a:rPr lang="en-US" sz="2400"/>
            <a:t>NFR:</a:t>
          </a:r>
        </a:p>
      </dgm:t>
    </dgm:pt>
    <dgm:pt modelId="{06FDD95D-FF19-474E-BCA6-F4DA4C49513D}" type="parTrans" cxnId="{154DD3FC-B41F-4A05-9C0A-0CBBD24B9C02}">
      <dgm:prSet/>
      <dgm:spPr/>
      <dgm:t>
        <a:bodyPr/>
        <a:lstStyle/>
        <a:p>
          <a:endParaRPr lang="en-US"/>
        </a:p>
      </dgm:t>
    </dgm:pt>
    <dgm:pt modelId="{7E721C86-A936-469E-AE3A-4A8F1339105E}" type="sibTrans" cxnId="{154DD3FC-B41F-4A05-9C0A-0CBBD24B9C02}">
      <dgm:prSet/>
      <dgm:spPr/>
      <dgm:t>
        <a:bodyPr/>
        <a:lstStyle/>
        <a:p>
          <a:endParaRPr lang="en-US"/>
        </a:p>
      </dgm:t>
    </dgm:pt>
    <dgm:pt modelId="{6583EE74-4586-4B1E-92FE-EB609A27DF25}">
      <dgm:prSet custT="1"/>
      <dgm:spPr/>
      <dgm:t>
        <a:bodyPr/>
        <a:lstStyle/>
        <a:p>
          <a:pPr>
            <a:buNone/>
          </a:pPr>
          <a:r>
            <a:rPr lang="en-US" sz="2400"/>
            <a:t>hệ thống</a:t>
          </a:r>
        </a:p>
      </dgm:t>
    </dgm:pt>
    <dgm:pt modelId="{53B4924F-246C-46E5-85AA-903E07C5DF7D}" type="parTrans" cxnId="{586AC3A1-91B5-43D4-B794-95E898432209}">
      <dgm:prSet/>
      <dgm:spPr/>
    </dgm:pt>
    <dgm:pt modelId="{CA67B8A4-E35B-47F9-8981-D2C51A1BC196}" type="sibTrans" cxnId="{586AC3A1-91B5-43D4-B794-95E898432209}">
      <dgm:prSet/>
      <dgm:spPr/>
    </dgm:pt>
    <dgm:pt modelId="{D9FD9C5D-66ED-4167-82BC-CEB4BEBF07E0}" type="pres">
      <dgm:prSet presAssocID="{B820F01C-B89C-4146-B3CE-47D543CF7F89}" presName="linear" presStyleCnt="0">
        <dgm:presLayoutVars>
          <dgm:dir/>
          <dgm:animLvl val="lvl"/>
          <dgm:resizeHandles val="exact"/>
        </dgm:presLayoutVars>
      </dgm:prSet>
      <dgm:spPr/>
    </dgm:pt>
    <dgm:pt modelId="{95E2CC20-F3CC-4BE9-846E-F8D3DEA3D197}" type="pres">
      <dgm:prSet presAssocID="{ADF8C160-C666-46E1-9519-EE1BA8420C00}" presName="parentLin" presStyleCnt="0"/>
      <dgm:spPr/>
    </dgm:pt>
    <dgm:pt modelId="{A2EE139B-42AA-4E95-856B-0CFA2DE5CC8E}" type="pres">
      <dgm:prSet presAssocID="{ADF8C160-C666-46E1-9519-EE1BA8420C00}" presName="parentLeftMargin" presStyleLbl="node1" presStyleIdx="0" presStyleCnt="3"/>
      <dgm:spPr/>
    </dgm:pt>
    <dgm:pt modelId="{BAA6E47A-EAE7-460E-B70E-2BBD832609B7}" type="pres">
      <dgm:prSet presAssocID="{ADF8C160-C666-46E1-9519-EE1BA8420C0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25C1F6-67A8-40B5-918B-0F57E4FDA1AF}" type="pres">
      <dgm:prSet presAssocID="{ADF8C160-C666-46E1-9519-EE1BA8420C00}" presName="negativeSpace" presStyleCnt="0"/>
      <dgm:spPr/>
    </dgm:pt>
    <dgm:pt modelId="{333CA5EC-5E59-4853-9FAF-0949264CD166}" type="pres">
      <dgm:prSet presAssocID="{ADF8C160-C666-46E1-9519-EE1BA8420C00}" presName="childText" presStyleLbl="conFgAcc1" presStyleIdx="0" presStyleCnt="3">
        <dgm:presLayoutVars>
          <dgm:bulletEnabled val="1"/>
        </dgm:presLayoutVars>
      </dgm:prSet>
      <dgm:spPr/>
    </dgm:pt>
    <dgm:pt modelId="{D6671A48-8453-45F2-B153-3BDF2EE623DD}" type="pres">
      <dgm:prSet presAssocID="{58939B33-A188-4D62-A41C-1FEB09084085}" presName="spaceBetweenRectangles" presStyleCnt="0"/>
      <dgm:spPr/>
    </dgm:pt>
    <dgm:pt modelId="{6686F133-CB43-454E-956F-6CF8C536C7B8}" type="pres">
      <dgm:prSet presAssocID="{C71CA00F-2300-45B8-96FB-F9C188F6F4D7}" presName="parentLin" presStyleCnt="0"/>
      <dgm:spPr/>
    </dgm:pt>
    <dgm:pt modelId="{BEFCB198-37FF-4F6A-863E-A684ADCE2F6A}" type="pres">
      <dgm:prSet presAssocID="{C71CA00F-2300-45B8-96FB-F9C188F6F4D7}" presName="parentLeftMargin" presStyleLbl="node1" presStyleIdx="0" presStyleCnt="3"/>
      <dgm:spPr/>
    </dgm:pt>
    <dgm:pt modelId="{CA7141B4-8AE9-4B2A-A720-1AD6C8C5938D}" type="pres">
      <dgm:prSet presAssocID="{C71CA00F-2300-45B8-96FB-F9C188F6F4D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D6FBB7-6FCA-4658-A748-2C4D71FED80E}" type="pres">
      <dgm:prSet presAssocID="{C71CA00F-2300-45B8-96FB-F9C188F6F4D7}" presName="negativeSpace" presStyleCnt="0"/>
      <dgm:spPr/>
    </dgm:pt>
    <dgm:pt modelId="{8E73A191-5E1B-49D6-987E-11CA2BCDBD99}" type="pres">
      <dgm:prSet presAssocID="{C71CA00F-2300-45B8-96FB-F9C188F6F4D7}" presName="childText" presStyleLbl="conFgAcc1" presStyleIdx="1" presStyleCnt="3">
        <dgm:presLayoutVars>
          <dgm:bulletEnabled val="1"/>
        </dgm:presLayoutVars>
      </dgm:prSet>
      <dgm:spPr/>
    </dgm:pt>
    <dgm:pt modelId="{4C13FAE3-03B3-4188-9780-5D56D5C32D03}" type="pres">
      <dgm:prSet presAssocID="{73E6BC27-733D-482B-B073-763123A7ED93}" presName="spaceBetweenRectangles" presStyleCnt="0"/>
      <dgm:spPr/>
    </dgm:pt>
    <dgm:pt modelId="{02DF05B5-0B3E-4418-AC45-10360415D4C6}" type="pres">
      <dgm:prSet presAssocID="{0239FA1F-8904-4834-B345-73FF9573614B}" presName="parentLin" presStyleCnt="0"/>
      <dgm:spPr/>
    </dgm:pt>
    <dgm:pt modelId="{CEEC5908-5977-4E60-85A0-C8C421AF8EAD}" type="pres">
      <dgm:prSet presAssocID="{0239FA1F-8904-4834-B345-73FF9573614B}" presName="parentLeftMargin" presStyleLbl="node1" presStyleIdx="1" presStyleCnt="3"/>
      <dgm:spPr/>
    </dgm:pt>
    <dgm:pt modelId="{D7566C83-BC2A-455C-8A1A-531C15E5464F}" type="pres">
      <dgm:prSet presAssocID="{0239FA1F-8904-4834-B345-73FF9573614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18FA134-6676-488B-9388-31BAAB344A51}" type="pres">
      <dgm:prSet presAssocID="{0239FA1F-8904-4834-B345-73FF9573614B}" presName="negativeSpace" presStyleCnt="0"/>
      <dgm:spPr/>
    </dgm:pt>
    <dgm:pt modelId="{866E4D00-54AE-4702-9244-8792E578DE7F}" type="pres">
      <dgm:prSet presAssocID="{0239FA1F-8904-4834-B345-73FF9573614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040650F-4A23-43FF-AFA2-3AE8EFCDF72C}" type="presOf" srcId="{C71CA00F-2300-45B8-96FB-F9C188F6F4D7}" destId="{BEFCB198-37FF-4F6A-863E-A684ADCE2F6A}" srcOrd="0" destOrd="0" presId="urn:microsoft.com/office/officeart/2005/8/layout/list1"/>
    <dgm:cxn modelId="{FF269E10-5CAE-4739-97BA-45514B2BE91D}" type="presOf" srcId="{ADF8C160-C666-46E1-9519-EE1BA8420C00}" destId="{BAA6E47A-EAE7-460E-B70E-2BBD832609B7}" srcOrd="1" destOrd="0" presId="urn:microsoft.com/office/officeart/2005/8/layout/list1"/>
    <dgm:cxn modelId="{799D221F-1D57-4C2B-AE9F-D6929D6FC039}" type="presOf" srcId="{352F54A4-601F-4945-BA92-01F447015889}" destId="{866E4D00-54AE-4702-9244-8792E578DE7F}" srcOrd="0" destOrd="2" presId="urn:microsoft.com/office/officeart/2005/8/layout/list1"/>
    <dgm:cxn modelId="{50A39D22-7E02-4DD6-9B80-909F77EA29D1}" type="presOf" srcId="{E152CEC8-2730-4100-815C-3494AA0BD18A}" destId="{8E73A191-5E1B-49D6-987E-11CA2BCDBD99}" srcOrd="0" destOrd="0" presId="urn:microsoft.com/office/officeart/2005/8/layout/list1"/>
    <dgm:cxn modelId="{C2305138-2B64-4FE4-8690-EAFD5AD0EFCC}" type="presOf" srcId="{ADF8C160-C666-46E1-9519-EE1BA8420C00}" destId="{A2EE139B-42AA-4E95-856B-0CFA2DE5CC8E}" srcOrd="0" destOrd="0" presId="urn:microsoft.com/office/officeart/2005/8/layout/list1"/>
    <dgm:cxn modelId="{CFFE9438-73F8-4AF9-A56A-118A328A3FC4}" type="presOf" srcId="{0239FA1F-8904-4834-B345-73FF9573614B}" destId="{D7566C83-BC2A-455C-8A1A-531C15E5464F}" srcOrd="1" destOrd="0" presId="urn:microsoft.com/office/officeart/2005/8/layout/list1"/>
    <dgm:cxn modelId="{A2B1D15C-A342-4D5B-AC52-142072F0266E}" type="presOf" srcId="{1C1AEAF3-4BCB-4FC8-9E91-46AA53565F27}" destId="{866E4D00-54AE-4702-9244-8792E578DE7F}" srcOrd="0" destOrd="1" presId="urn:microsoft.com/office/officeart/2005/8/layout/list1"/>
    <dgm:cxn modelId="{76D28A65-E92D-4B91-9071-9F906C498B18}" type="presOf" srcId="{7A86EFC7-A2BF-477B-8EAB-D9BCE0ED29EB}" destId="{333CA5EC-5E59-4853-9FAF-0949264CD166}" srcOrd="0" destOrd="0" presId="urn:microsoft.com/office/officeart/2005/8/layout/list1"/>
    <dgm:cxn modelId="{DEBCFF6E-C1FA-481C-9156-F9D18113E740}" type="presOf" srcId="{B820F01C-B89C-4146-B3CE-47D543CF7F89}" destId="{D9FD9C5D-66ED-4167-82BC-CEB4BEBF07E0}" srcOrd="0" destOrd="0" presId="urn:microsoft.com/office/officeart/2005/8/layout/list1"/>
    <dgm:cxn modelId="{8070084F-2F0D-4D1D-8126-8861F6D67E74}" type="presOf" srcId="{6583EE74-4586-4B1E-92FE-EB609A27DF25}" destId="{8E73A191-5E1B-49D6-987E-11CA2BCDBD99}" srcOrd="0" destOrd="1" presId="urn:microsoft.com/office/officeart/2005/8/layout/list1"/>
    <dgm:cxn modelId="{72345E88-5D4F-46DC-9ABF-9E4EBFBD9D9B}" type="presOf" srcId="{C71CA00F-2300-45B8-96FB-F9C188F6F4D7}" destId="{CA7141B4-8AE9-4B2A-A720-1AD6C8C5938D}" srcOrd="1" destOrd="0" presId="urn:microsoft.com/office/officeart/2005/8/layout/list1"/>
    <dgm:cxn modelId="{D6240E9F-556A-443D-A13A-34F494ACE700}" srcId="{B820F01C-B89C-4146-B3CE-47D543CF7F89}" destId="{ADF8C160-C666-46E1-9519-EE1BA8420C00}" srcOrd="0" destOrd="0" parTransId="{D03B1926-5593-4A24-9BC7-A511876E6CF9}" sibTransId="{58939B33-A188-4D62-A41C-1FEB09084085}"/>
    <dgm:cxn modelId="{586AC3A1-91B5-43D4-B794-95E898432209}" srcId="{C71CA00F-2300-45B8-96FB-F9C188F6F4D7}" destId="{6583EE74-4586-4B1E-92FE-EB609A27DF25}" srcOrd="1" destOrd="0" parTransId="{53B4924F-246C-46E5-85AA-903E07C5DF7D}" sibTransId="{CA67B8A4-E35B-47F9-8981-D2C51A1BC196}"/>
    <dgm:cxn modelId="{E4E17BA9-3334-4158-9102-E22D77839D0A}" srcId="{0239FA1F-8904-4834-B345-73FF9573614B}" destId="{352F54A4-601F-4945-BA92-01F447015889}" srcOrd="2" destOrd="0" parTransId="{40D84419-A4FA-4F5A-9814-F0D34864323D}" sibTransId="{E04B55DD-9FE9-4AAE-94EE-0388056B1021}"/>
    <dgm:cxn modelId="{5121A9A9-3304-4259-933D-F8ACBEA4EFB9}" srcId="{ADF8C160-C666-46E1-9519-EE1BA8420C00}" destId="{7A86EFC7-A2BF-477B-8EAB-D9BCE0ED29EB}" srcOrd="0" destOrd="0" parTransId="{05EA01B0-0933-4D8B-99A8-1FAAF833E766}" sibTransId="{54B63D80-7CE5-4D6A-A68E-3D6A6ED5D122}"/>
    <dgm:cxn modelId="{9CCD6AAA-738C-4B8A-86F9-848C39D936D3}" srcId="{C71CA00F-2300-45B8-96FB-F9C188F6F4D7}" destId="{E152CEC8-2730-4100-815C-3494AA0BD18A}" srcOrd="0" destOrd="0" parTransId="{867279F8-A467-4688-B721-37C89BD51D7B}" sibTransId="{BE65A730-E672-4C5B-9829-E57257C24AC4}"/>
    <dgm:cxn modelId="{F7D5E0B0-6F05-42F2-BFF5-ACADFC96AB0F}" srcId="{B820F01C-B89C-4146-B3CE-47D543CF7F89}" destId="{C71CA00F-2300-45B8-96FB-F9C188F6F4D7}" srcOrd="1" destOrd="0" parTransId="{9A0F4579-91F5-42B6-B2B4-7DB06CA9EB34}" sibTransId="{73E6BC27-733D-482B-B073-763123A7ED93}"/>
    <dgm:cxn modelId="{047465B1-B342-4F50-AD0B-B61A52707A5E}" srcId="{0239FA1F-8904-4834-B345-73FF9573614B}" destId="{1C1AEAF3-4BCB-4FC8-9E91-46AA53565F27}" srcOrd="1" destOrd="0" parTransId="{2AC07F87-52B1-4AA8-9CAE-A5BF3C033104}" sibTransId="{FC13416F-3C08-40D3-B803-452B938D9F9F}"/>
    <dgm:cxn modelId="{4581DAD1-3A47-4E41-8DFF-085B0692E104}" type="presOf" srcId="{0239FA1F-8904-4834-B345-73FF9573614B}" destId="{CEEC5908-5977-4E60-85A0-C8C421AF8EAD}" srcOrd="0" destOrd="0" presId="urn:microsoft.com/office/officeart/2005/8/layout/list1"/>
    <dgm:cxn modelId="{7A2C91DA-EC69-4C59-B45E-3E204A63A588}" srcId="{0239FA1F-8904-4834-B345-73FF9573614B}" destId="{D6AB345F-4113-4EE9-AE1F-AEA477F28D63}" srcOrd="0" destOrd="0" parTransId="{34ECD116-08FF-4CAE-83C2-350213B2CC0E}" sibTransId="{B0884780-8053-4EF1-8E16-8938471EF67C}"/>
    <dgm:cxn modelId="{DB8E54F8-3531-43F5-A261-C735D9057CC6}" type="presOf" srcId="{D6AB345F-4113-4EE9-AE1F-AEA477F28D63}" destId="{866E4D00-54AE-4702-9244-8792E578DE7F}" srcOrd="0" destOrd="0" presId="urn:microsoft.com/office/officeart/2005/8/layout/list1"/>
    <dgm:cxn modelId="{154DD3FC-B41F-4A05-9C0A-0CBBD24B9C02}" srcId="{B820F01C-B89C-4146-B3CE-47D543CF7F89}" destId="{0239FA1F-8904-4834-B345-73FF9573614B}" srcOrd="2" destOrd="0" parTransId="{06FDD95D-FF19-474E-BCA6-F4DA4C49513D}" sibTransId="{7E721C86-A936-469E-AE3A-4A8F1339105E}"/>
    <dgm:cxn modelId="{BAD2E1CA-A851-4D38-9BBC-E7BD531BAFF0}" type="presParOf" srcId="{D9FD9C5D-66ED-4167-82BC-CEB4BEBF07E0}" destId="{95E2CC20-F3CC-4BE9-846E-F8D3DEA3D197}" srcOrd="0" destOrd="0" presId="urn:microsoft.com/office/officeart/2005/8/layout/list1"/>
    <dgm:cxn modelId="{EDF55B39-74C8-40F3-8B06-E4A9234E6F91}" type="presParOf" srcId="{95E2CC20-F3CC-4BE9-846E-F8D3DEA3D197}" destId="{A2EE139B-42AA-4E95-856B-0CFA2DE5CC8E}" srcOrd="0" destOrd="0" presId="urn:microsoft.com/office/officeart/2005/8/layout/list1"/>
    <dgm:cxn modelId="{1832C733-08E4-4C0C-8002-6C5BFE0E7E37}" type="presParOf" srcId="{95E2CC20-F3CC-4BE9-846E-F8D3DEA3D197}" destId="{BAA6E47A-EAE7-460E-B70E-2BBD832609B7}" srcOrd="1" destOrd="0" presId="urn:microsoft.com/office/officeart/2005/8/layout/list1"/>
    <dgm:cxn modelId="{C7BC5257-E0EE-48B2-983B-9784B32DCB21}" type="presParOf" srcId="{D9FD9C5D-66ED-4167-82BC-CEB4BEBF07E0}" destId="{AF25C1F6-67A8-40B5-918B-0F57E4FDA1AF}" srcOrd="1" destOrd="0" presId="urn:microsoft.com/office/officeart/2005/8/layout/list1"/>
    <dgm:cxn modelId="{5D0B7A3E-72B4-46BD-BC97-CBE83AE1A74F}" type="presParOf" srcId="{D9FD9C5D-66ED-4167-82BC-CEB4BEBF07E0}" destId="{333CA5EC-5E59-4853-9FAF-0949264CD166}" srcOrd="2" destOrd="0" presId="urn:microsoft.com/office/officeart/2005/8/layout/list1"/>
    <dgm:cxn modelId="{DEFBAD0A-0129-4BF6-A9C5-90BA7EEAE36E}" type="presParOf" srcId="{D9FD9C5D-66ED-4167-82BC-CEB4BEBF07E0}" destId="{D6671A48-8453-45F2-B153-3BDF2EE623DD}" srcOrd="3" destOrd="0" presId="urn:microsoft.com/office/officeart/2005/8/layout/list1"/>
    <dgm:cxn modelId="{2519BC02-BE49-4D9E-ADAC-0D513845E64F}" type="presParOf" srcId="{D9FD9C5D-66ED-4167-82BC-CEB4BEBF07E0}" destId="{6686F133-CB43-454E-956F-6CF8C536C7B8}" srcOrd="4" destOrd="0" presId="urn:microsoft.com/office/officeart/2005/8/layout/list1"/>
    <dgm:cxn modelId="{08FDD350-6D49-42DF-8783-0E283FC02D1B}" type="presParOf" srcId="{6686F133-CB43-454E-956F-6CF8C536C7B8}" destId="{BEFCB198-37FF-4F6A-863E-A684ADCE2F6A}" srcOrd="0" destOrd="0" presId="urn:microsoft.com/office/officeart/2005/8/layout/list1"/>
    <dgm:cxn modelId="{23B3B355-31A5-45B4-9FD2-4D4C119E1538}" type="presParOf" srcId="{6686F133-CB43-454E-956F-6CF8C536C7B8}" destId="{CA7141B4-8AE9-4B2A-A720-1AD6C8C5938D}" srcOrd="1" destOrd="0" presId="urn:microsoft.com/office/officeart/2005/8/layout/list1"/>
    <dgm:cxn modelId="{CAE16E04-CCAF-400B-92E7-E7A6B12F786F}" type="presParOf" srcId="{D9FD9C5D-66ED-4167-82BC-CEB4BEBF07E0}" destId="{4BD6FBB7-6FCA-4658-A748-2C4D71FED80E}" srcOrd="5" destOrd="0" presId="urn:microsoft.com/office/officeart/2005/8/layout/list1"/>
    <dgm:cxn modelId="{8CD6C707-22CF-47C1-82AE-0DE1161CA8E2}" type="presParOf" srcId="{D9FD9C5D-66ED-4167-82BC-CEB4BEBF07E0}" destId="{8E73A191-5E1B-49D6-987E-11CA2BCDBD99}" srcOrd="6" destOrd="0" presId="urn:microsoft.com/office/officeart/2005/8/layout/list1"/>
    <dgm:cxn modelId="{354167A5-B62E-449D-B6AB-3AEC3463BCA5}" type="presParOf" srcId="{D9FD9C5D-66ED-4167-82BC-CEB4BEBF07E0}" destId="{4C13FAE3-03B3-4188-9780-5D56D5C32D03}" srcOrd="7" destOrd="0" presId="urn:microsoft.com/office/officeart/2005/8/layout/list1"/>
    <dgm:cxn modelId="{046801E0-5B06-477D-8ADE-2B085D7ECEAE}" type="presParOf" srcId="{D9FD9C5D-66ED-4167-82BC-CEB4BEBF07E0}" destId="{02DF05B5-0B3E-4418-AC45-10360415D4C6}" srcOrd="8" destOrd="0" presId="urn:microsoft.com/office/officeart/2005/8/layout/list1"/>
    <dgm:cxn modelId="{087946EF-1A80-45BF-A07C-90F09CDF6C40}" type="presParOf" srcId="{02DF05B5-0B3E-4418-AC45-10360415D4C6}" destId="{CEEC5908-5977-4E60-85A0-C8C421AF8EAD}" srcOrd="0" destOrd="0" presId="urn:microsoft.com/office/officeart/2005/8/layout/list1"/>
    <dgm:cxn modelId="{702A6F2A-A133-480C-AE66-DDF079FCBB42}" type="presParOf" srcId="{02DF05B5-0B3E-4418-AC45-10360415D4C6}" destId="{D7566C83-BC2A-455C-8A1A-531C15E5464F}" srcOrd="1" destOrd="0" presId="urn:microsoft.com/office/officeart/2005/8/layout/list1"/>
    <dgm:cxn modelId="{649C10C9-9F9C-4F08-AC5B-911D9E1567EF}" type="presParOf" srcId="{D9FD9C5D-66ED-4167-82BC-CEB4BEBF07E0}" destId="{D18FA134-6676-488B-9388-31BAAB344A51}" srcOrd="9" destOrd="0" presId="urn:microsoft.com/office/officeart/2005/8/layout/list1"/>
    <dgm:cxn modelId="{04BF4473-B932-4F23-9565-1E352EA1F2A3}" type="presParOf" srcId="{D9FD9C5D-66ED-4167-82BC-CEB4BEBF07E0}" destId="{866E4D00-54AE-4702-9244-8792E578DE7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312C204-5928-46EA-9660-75360409693C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79C97F0-FF85-4912-A3BF-8AA9C9D12F4B}">
      <dgm:prSet custT="1"/>
      <dgm:spPr/>
      <dgm:t>
        <a:bodyPr/>
        <a:lstStyle/>
        <a:p>
          <a:r>
            <a:rPr lang="en-US" sz="2400"/>
            <a:t> Kiến trúc ba tầng:</a:t>
          </a:r>
        </a:p>
      </dgm:t>
    </dgm:pt>
    <dgm:pt modelId="{8096C748-64F1-4534-8D80-888B3A897BBE}" type="parTrans" cxnId="{B37FF187-4121-443B-8943-1712824664C8}">
      <dgm:prSet/>
      <dgm:spPr/>
      <dgm:t>
        <a:bodyPr/>
        <a:lstStyle/>
        <a:p>
          <a:endParaRPr lang="en-US"/>
        </a:p>
      </dgm:t>
    </dgm:pt>
    <dgm:pt modelId="{AC6387C5-61DA-4BCE-878F-FCCA1B476F54}" type="sibTrans" cxnId="{B37FF187-4121-443B-8943-1712824664C8}">
      <dgm:prSet/>
      <dgm:spPr/>
      <dgm:t>
        <a:bodyPr/>
        <a:lstStyle/>
        <a:p>
          <a:endParaRPr lang="en-US"/>
        </a:p>
      </dgm:t>
    </dgm:pt>
    <dgm:pt modelId="{04539CCD-0ED5-4D9F-91A1-A12825FC5611}">
      <dgm:prSet custT="1"/>
      <dgm:spPr/>
      <dgm:t>
        <a:bodyPr/>
        <a:lstStyle/>
        <a:p>
          <a:pPr>
            <a:buNone/>
          </a:pPr>
          <a:r>
            <a:rPr lang="en-US" sz="2400"/>
            <a:t>– Presentation Layer </a:t>
          </a:r>
        </a:p>
      </dgm:t>
    </dgm:pt>
    <dgm:pt modelId="{283CE164-250F-451A-81D7-C68D55C1973C}" type="parTrans" cxnId="{22780955-660D-4D17-8E33-F50D57A351CC}">
      <dgm:prSet/>
      <dgm:spPr/>
      <dgm:t>
        <a:bodyPr/>
        <a:lstStyle/>
        <a:p>
          <a:endParaRPr lang="en-US"/>
        </a:p>
      </dgm:t>
    </dgm:pt>
    <dgm:pt modelId="{8F6AF506-08CC-42FE-9B2C-041B0F9365F8}" type="sibTrans" cxnId="{22780955-660D-4D17-8E33-F50D57A351CC}">
      <dgm:prSet/>
      <dgm:spPr/>
      <dgm:t>
        <a:bodyPr/>
        <a:lstStyle/>
        <a:p>
          <a:endParaRPr lang="en-US"/>
        </a:p>
      </dgm:t>
    </dgm:pt>
    <dgm:pt modelId="{B1236C94-0EE0-48D7-9246-A40AE797361C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2400"/>
            <a:t>– Application Layer </a:t>
          </a:r>
        </a:p>
      </dgm:t>
    </dgm:pt>
    <dgm:pt modelId="{316E5A8C-F667-41C2-BDE7-964B958A052E}" type="parTrans" cxnId="{A45A34D0-AD1B-49BA-91E9-A90EB6CD9357}">
      <dgm:prSet/>
      <dgm:spPr/>
      <dgm:t>
        <a:bodyPr/>
        <a:lstStyle/>
        <a:p>
          <a:endParaRPr lang="en-US"/>
        </a:p>
      </dgm:t>
    </dgm:pt>
    <dgm:pt modelId="{9ACD5ACF-61CE-4E81-8568-2B71983BD139}" type="sibTrans" cxnId="{A45A34D0-AD1B-49BA-91E9-A90EB6CD9357}">
      <dgm:prSet/>
      <dgm:spPr/>
      <dgm:t>
        <a:bodyPr/>
        <a:lstStyle/>
        <a:p>
          <a:endParaRPr lang="en-US"/>
        </a:p>
      </dgm:t>
    </dgm:pt>
    <dgm:pt modelId="{2C9E1D68-B8F0-4C02-B9F1-B3C6B0A611B8}">
      <dgm:prSet custT="1"/>
      <dgm:spPr/>
      <dgm:t>
        <a:bodyPr/>
        <a:lstStyle/>
        <a:p>
          <a:pPr>
            <a:buNone/>
          </a:pPr>
          <a:r>
            <a:rPr lang="en-US" sz="2400"/>
            <a:t>– Data Layer </a:t>
          </a:r>
        </a:p>
      </dgm:t>
    </dgm:pt>
    <dgm:pt modelId="{2543E3F5-6929-4189-AF2D-53D9A212CB7E}" type="parTrans" cxnId="{51D9285B-F813-4574-B795-E5E7F5DEE472}">
      <dgm:prSet/>
      <dgm:spPr/>
      <dgm:t>
        <a:bodyPr/>
        <a:lstStyle/>
        <a:p>
          <a:endParaRPr lang="en-US"/>
        </a:p>
      </dgm:t>
    </dgm:pt>
    <dgm:pt modelId="{563E7AD7-DCFE-4552-83D5-8C020F0DB8E5}" type="sibTrans" cxnId="{51D9285B-F813-4574-B795-E5E7F5DEE472}">
      <dgm:prSet/>
      <dgm:spPr/>
      <dgm:t>
        <a:bodyPr/>
        <a:lstStyle/>
        <a:p>
          <a:endParaRPr lang="en-US"/>
        </a:p>
      </dgm:t>
    </dgm:pt>
    <dgm:pt modelId="{07771E26-949E-43F9-89C5-B139323167A5}">
      <dgm:prSet custT="1"/>
      <dgm:spPr/>
      <dgm:t>
        <a:bodyPr/>
        <a:lstStyle/>
        <a:p>
          <a:r>
            <a:rPr lang="en-US" sz="2400"/>
            <a:t> Công nghệ chính:</a:t>
          </a:r>
        </a:p>
      </dgm:t>
    </dgm:pt>
    <dgm:pt modelId="{F5FE6607-7C0F-48E9-A7BE-5C47F22394F6}" type="parTrans" cxnId="{9B1E7C24-3C93-4C9C-97C6-D687DCCDCAA7}">
      <dgm:prSet/>
      <dgm:spPr/>
      <dgm:t>
        <a:bodyPr/>
        <a:lstStyle/>
        <a:p>
          <a:endParaRPr lang="en-US"/>
        </a:p>
      </dgm:t>
    </dgm:pt>
    <dgm:pt modelId="{1E7006FE-ED46-46A0-9928-C6F633075F1B}" type="sibTrans" cxnId="{9B1E7C24-3C93-4C9C-97C6-D687DCCDCAA7}">
      <dgm:prSet/>
      <dgm:spPr/>
      <dgm:t>
        <a:bodyPr/>
        <a:lstStyle/>
        <a:p>
          <a:endParaRPr lang="en-US"/>
        </a:p>
      </dgm:t>
    </dgm:pt>
    <dgm:pt modelId="{AF2B7095-D635-42A6-AFAC-F340CA4B3575}">
      <dgm:prSet custT="1"/>
      <dgm:spPr/>
      <dgm:t>
        <a:bodyPr/>
        <a:lstStyle/>
        <a:p>
          <a:pPr>
            <a:buNone/>
          </a:pPr>
          <a:r>
            <a:rPr lang="en-US" sz="2400"/>
            <a:t>– Frontend: React + Vite </a:t>
          </a:r>
        </a:p>
      </dgm:t>
    </dgm:pt>
    <dgm:pt modelId="{6398A4A0-DEC2-4A6D-A6FC-8747B55B028E}" type="parTrans" cxnId="{26612AAD-0826-47E3-841E-CF477E6B9EB8}">
      <dgm:prSet/>
      <dgm:spPr/>
      <dgm:t>
        <a:bodyPr/>
        <a:lstStyle/>
        <a:p>
          <a:endParaRPr lang="en-US"/>
        </a:p>
      </dgm:t>
    </dgm:pt>
    <dgm:pt modelId="{F2D9ECCD-8BC2-4FAA-9F35-61C83298A3E9}" type="sibTrans" cxnId="{26612AAD-0826-47E3-841E-CF477E6B9EB8}">
      <dgm:prSet/>
      <dgm:spPr/>
      <dgm:t>
        <a:bodyPr/>
        <a:lstStyle/>
        <a:p>
          <a:endParaRPr lang="en-US"/>
        </a:p>
      </dgm:t>
    </dgm:pt>
    <dgm:pt modelId="{FE988C05-8279-486A-AA31-88D7833F0E4C}">
      <dgm:prSet custT="1"/>
      <dgm:spPr/>
      <dgm:t>
        <a:bodyPr/>
        <a:lstStyle/>
        <a:p>
          <a:pPr>
            <a:buNone/>
          </a:pPr>
          <a:r>
            <a:rPr lang="en-US" sz="2400"/>
            <a:t>– Backend: FastAPI </a:t>
          </a:r>
        </a:p>
      </dgm:t>
    </dgm:pt>
    <dgm:pt modelId="{F72BCA4E-8F59-4FC8-8C68-F03A80358CC7}" type="parTrans" cxnId="{069BFC25-1AE6-4B2B-AC11-842806008E6E}">
      <dgm:prSet/>
      <dgm:spPr/>
      <dgm:t>
        <a:bodyPr/>
        <a:lstStyle/>
        <a:p>
          <a:endParaRPr lang="en-US"/>
        </a:p>
      </dgm:t>
    </dgm:pt>
    <dgm:pt modelId="{622D3DFD-F63C-4DA1-80A9-20C66C2CCA3E}" type="sibTrans" cxnId="{069BFC25-1AE6-4B2B-AC11-842806008E6E}">
      <dgm:prSet/>
      <dgm:spPr/>
      <dgm:t>
        <a:bodyPr/>
        <a:lstStyle/>
        <a:p>
          <a:endParaRPr lang="en-US"/>
        </a:p>
      </dgm:t>
    </dgm:pt>
    <dgm:pt modelId="{C1FDE9E2-C4C3-41FD-95FD-56C1F7D66C8C}">
      <dgm:prSet custT="1"/>
      <dgm:spPr/>
      <dgm:t>
        <a:bodyPr/>
        <a:lstStyle/>
        <a:p>
          <a:pPr>
            <a:buNone/>
          </a:pPr>
          <a:r>
            <a:rPr lang="en-US" sz="2400"/>
            <a:t>– Data: PostgreSQL + MinIO</a:t>
          </a:r>
        </a:p>
      </dgm:t>
    </dgm:pt>
    <dgm:pt modelId="{ED1C49A4-F6FA-49B1-9D0B-BFDB45EB584B}" type="parTrans" cxnId="{1773CB9B-7FB7-40D0-954D-5110F5A8187F}">
      <dgm:prSet/>
      <dgm:spPr/>
      <dgm:t>
        <a:bodyPr/>
        <a:lstStyle/>
        <a:p>
          <a:endParaRPr lang="en-US"/>
        </a:p>
      </dgm:t>
    </dgm:pt>
    <dgm:pt modelId="{3F55927A-51BA-4B86-8878-FA765B616964}" type="sibTrans" cxnId="{1773CB9B-7FB7-40D0-954D-5110F5A8187F}">
      <dgm:prSet/>
      <dgm:spPr/>
      <dgm:t>
        <a:bodyPr/>
        <a:lstStyle/>
        <a:p>
          <a:endParaRPr lang="en-US"/>
        </a:p>
      </dgm:t>
    </dgm:pt>
    <dgm:pt modelId="{50A6AB09-7AFF-4414-B0E9-63767BB8FEFD}" type="pres">
      <dgm:prSet presAssocID="{0312C204-5928-46EA-9660-75360409693C}" presName="linear" presStyleCnt="0">
        <dgm:presLayoutVars>
          <dgm:dir/>
          <dgm:animLvl val="lvl"/>
          <dgm:resizeHandles val="exact"/>
        </dgm:presLayoutVars>
      </dgm:prSet>
      <dgm:spPr/>
    </dgm:pt>
    <dgm:pt modelId="{1B62856E-1725-44D1-B42E-3681A9FD0ED6}" type="pres">
      <dgm:prSet presAssocID="{A79C97F0-FF85-4912-A3BF-8AA9C9D12F4B}" presName="parentLin" presStyleCnt="0"/>
      <dgm:spPr/>
    </dgm:pt>
    <dgm:pt modelId="{1D52A024-5A05-4F29-8614-B7AE6C38E784}" type="pres">
      <dgm:prSet presAssocID="{A79C97F0-FF85-4912-A3BF-8AA9C9D12F4B}" presName="parentLeftMargin" presStyleLbl="node1" presStyleIdx="0" presStyleCnt="2"/>
      <dgm:spPr/>
    </dgm:pt>
    <dgm:pt modelId="{14434924-1720-46FB-A3BE-61F81C867AF7}" type="pres">
      <dgm:prSet presAssocID="{A79C97F0-FF85-4912-A3BF-8AA9C9D12F4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390F7E-14E6-4552-9024-4EAF5FF9A2BE}" type="pres">
      <dgm:prSet presAssocID="{A79C97F0-FF85-4912-A3BF-8AA9C9D12F4B}" presName="negativeSpace" presStyleCnt="0"/>
      <dgm:spPr/>
    </dgm:pt>
    <dgm:pt modelId="{05719FBC-9975-4A02-AD7D-782566558487}" type="pres">
      <dgm:prSet presAssocID="{A79C97F0-FF85-4912-A3BF-8AA9C9D12F4B}" presName="childText" presStyleLbl="conFgAcc1" presStyleIdx="0" presStyleCnt="2">
        <dgm:presLayoutVars>
          <dgm:bulletEnabled val="1"/>
        </dgm:presLayoutVars>
      </dgm:prSet>
      <dgm:spPr/>
    </dgm:pt>
    <dgm:pt modelId="{E9EC5DE6-C261-42AF-93C4-2C9C7B4F9788}" type="pres">
      <dgm:prSet presAssocID="{AC6387C5-61DA-4BCE-878F-FCCA1B476F54}" presName="spaceBetweenRectangles" presStyleCnt="0"/>
      <dgm:spPr/>
    </dgm:pt>
    <dgm:pt modelId="{A5838EF5-F4C9-4A00-9CBC-9DA0B852C61E}" type="pres">
      <dgm:prSet presAssocID="{07771E26-949E-43F9-89C5-B139323167A5}" presName="parentLin" presStyleCnt="0"/>
      <dgm:spPr/>
    </dgm:pt>
    <dgm:pt modelId="{B2248BBE-826A-427F-BBFB-3CE468A3B8C0}" type="pres">
      <dgm:prSet presAssocID="{07771E26-949E-43F9-89C5-B139323167A5}" presName="parentLeftMargin" presStyleLbl="node1" presStyleIdx="0" presStyleCnt="2"/>
      <dgm:spPr/>
    </dgm:pt>
    <dgm:pt modelId="{A3CC2FB1-A7A8-49BC-9132-0CCB5B6F1366}" type="pres">
      <dgm:prSet presAssocID="{07771E26-949E-43F9-89C5-B139323167A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419BAA0-437A-467A-86EB-49915092223D}" type="pres">
      <dgm:prSet presAssocID="{07771E26-949E-43F9-89C5-B139323167A5}" presName="negativeSpace" presStyleCnt="0"/>
      <dgm:spPr/>
    </dgm:pt>
    <dgm:pt modelId="{59268041-9D50-4004-8EC8-FB691A895A3E}" type="pres">
      <dgm:prSet presAssocID="{07771E26-949E-43F9-89C5-B139323167A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A50670B-AE2F-48A5-8776-ED1784049CE1}" type="presOf" srcId="{AF2B7095-D635-42A6-AFAC-F340CA4B3575}" destId="{59268041-9D50-4004-8EC8-FB691A895A3E}" srcOrd="0" destOrd="0" presId="urn:microsoft.com/office/officeart/2005/8/layout/list1"/>
    <dgm:cxn modelId="{9B1E7C24-3C93-4C9C-97C6-D687DCCDCAA7}" srcId="{0312C204-5928-46EA-9660-75360409693C}" destId="{07771E26-949E-43F9-89C5-B139323167A5}" srcOrd="1" destOrd="0" parTransId="{F5FE6607-7C0F-48E9-A7BE-5C47F22394F6}" sibTransId="{1E7006FE-ED46-46A0-9928-C6F633075F1B}"/>
    <dgm:cxn modelId="{069BFC25-1AE6-4B2B-AC11-842806008E6E}" srcId="{07771E26-949E-43F9-89C5-B139323167A5}" destId="{FE988C05-8279-486A-AA31-88D7833F0E4C}" srcOrd="1" destOrd="0" parTransId="{F72BCA4E-8F59-4FC8-8C68-F03A80358CC7}" sibTransId="{622D3DFD-F63C-4DA1-80A9-20C66C2CCA3E}"/>
    <dgm:cxn modelId="{7E4E1930-86C8-4E7F-B77C-806232AF46EA}" type="presOf" srcId="{FE988C05-8279-486A-AA31-88D7833F0E4C}" destId="{59268041-9D50-4004-8EC8-FB691A895A3E}" srcOrd="0" destOrd="1" presId="urn:microsoft.com/office/officeart/2005/8/layout/list1"/>
    <dgm:cxn modelId="{51D9285B-F813-4574-B795-E5E7F5DEE472}" srcId="{A79C97F0-FF85-4912-A3BF-8AA9C9D12F4B}" destId="{2C9E1D68-B8F0-4C02-B9F1-B3C6B0A611B8}" srcOrd="2" destOrd="0" parTransId="{2543E3F5-6929-4189-AF2D-53D9A212CB7E}" sibTransId="{563E7AD7-DCFE-4552-83D5-8C020F0DB8E5}"/>
    <dgm:cxn modelId="{A2E1A962-0493-4668-AFCF-849D83E00B3F}" type="presOf" srcId="{B1236C94-0EE0-48D7-9246-A40AE797361C}" destId="{05719FBC-9975-4A02-AD7D-782566558487}" srcOrd="0" destOrd="1" presId="urn:microsoft.com/office/officeart/2005/8/layout/list1"/>
    <dgm:cxn modelId="{BF0F3D64-4E5B-4787-9AB4-01DC47607209}" type="presOf" srcId="{07771E26-949E-43F9-89C5-B139323167A5}" destId="{B2248BBE-826A-427F-BBFB-3CE468A3B8C0}" srcOrd="0" destOrd="0" presId="urn:microsoft.com/office/officeart/2005/8/layout/list1"/>
    <dgm:cxn modelId="{D87D016E-8171-4E0B-95B7-98E5E321986D}" type="presOf" srcId="{04539CCD-0ED5-4D9F-91A1-A12825FC5611}" destId="{05719FBC-9975-4A02-AD7D-782566558487}" srcOrd="0" destOrd="0" presId="urn:microsoft.com/office/officeart/2005/8/layout/list1"/>
    <dgm:cxn modelId="{22780955-660D-4D17-8E33-F50D57A351CC}" srcId="{A79C97F0-FF85-4912-A3BF-8AA9C9D12F4B}" destId="{04539CCD-0ED5-4D9F-91A1-A12825FC5611}" srcOrd="0" destOrd="0" parTransId="{283CE164-250F-451A-81D7-C68D55C1973C}" sibTransId="{8F6AF506-08CC-42FE-9B2C-041B0F9365F8}"/>
    <dgm:cxn modelId="{B37FF187-4121-443B-8943-1712824664C8}" srcId="{0312C204-5928-46EA-9660-75360409693C}" destId="{A79C97F0-FF85-4912-A3BF-8AA9C9D12F4B}" srcOrd="0" destOrd="0" parTransId="{8096C748-64F1-4534-8D80-888B3A897BBE}" sibTransId="{AC6387C5-61DA-4BCE-878F-FCCA1B476F54}"/>
    <dgm:cxn modelId="{1773CB9B-7FB7-40D0-954D-5110F5A8187F}" srcId="{07771E26-949E-43F9-89C5-B139323167A5}" destId="{C1FDE9E2-C4C3-41FD-95FD-56C1F7D66C8C}" srcOrd="2" destOrd="0" parTransId="{ED1C49A4-F6FA-49B1-9D0B-BFDB45EB584B}" sibTransId="{3F55927A-51BA-4B86-8878-FA765B616964}"/>
    <dgm:cxn modelId="{4196DC9E-4916-48E8-9955-FBD6F6D80F9B}" type="presOf" srcId="{A79C97F0-FF85-4912-A3BF-8AA9C9D12F4B}" destId="{1D52A024-5A05-4F29-8614-B7AE6C38E784}" srcOrd="0" destOrd="0" presId="urn:microsoft.com/office/officeart/2005/8/layout/list1"/>
    <dgm:cxn modelId="{C91061A1-E095-46C7-A449-5D0EA855B1CD}" type="presOf" srcId="{C1FDE9E2-C4C3-41FD-95FD-56C1F7D66C8C}" destId="{59268041-9D50-4004-8EC8-FB691A895A3E}" srcOrd="0" destOrd="2" presId="urn:microsoft.com/office/officeart/2005/8/layout/list1"/>
    <dgm:cxn modelId="{4BD43FA8-3D65-469D-9359-057B0546A3D6}" type="presOf" srcId="{07771E26-949E-43F9-89C5-B139323167A5}" destId="{A3CC2FB1-A7A8-49BC-9132-0CCB5B6F1366}" srcOrd="1" destOrd="0" presId="urn:microsoft.com/office/officeart/2005/8/layout/list1"/>
    <dgm:cxn modelId="{26612AAD-0826-47E3-841E-CF477E6B9EB8}" srcId="{07771E26-949E-43F9-89C5-B139323167A5}" destId="{AF2B7095-D635-42A6-AFAC-F340CA4B3575}" srcOrd="0" destOrd="0" parTransId="{6398A4A0-DEC2-4A6D-A6FC-8747B55B028E}" sibTransId="{F2D9ECCD-8BC2-4FAA-9F35-61C83298A3E9}"/>
    <dgm:cxn modelId="{F4C1D0BB-749D-44EB-AA1A-F64563B4989B}" type="presOf" srcId="{0312C204-5928-46EA-9660-75360409693C}" destId="{50A6AB09-7AFF-4414-B0E9-63767BB8FEFD}" srcOrd="0" destOrd="0" presId="urn:microsoft.com/office/officeart/2005/8/layout/list1"/>
    <dgm:cxn modelId="{A45A34D0-AD1B-49BA-91E9-A90EB6CD9357}" srcId="{A79C97F0-FF85-4912-A3BF-8AA9C9D12F4B}" destId="{B1236C94-0EE0-48D7-9246-A40AE797361C}" srcOrd="1" destOrd="0" parTransId="{316E5A8C-F667-41C2-BDE7-964B958A052E}" sibTransId="{9ACD5ACF-61CE-4E81-8568-2B71983BD139}"/>
    <dgm:cxn modelId="{367549EF-2CFC-4899-990D-FAA53349EDBF}" type="presOf" srcId="{A79C97F0-FF85-4912-A3BF-8AA9C9D12F4B}" destId="{14434924-1720-46FB-A3BE-61F81C867AF7}" srcOrd="1" destOrd="0" presId="urn:microsoft.com/office/officeart/2005/8/layout/list1"/>
    <dgm:cxn modelId="{877705F9-18C8-4337-B879-2A3384C9392B}" type="presOf" srcId="{2C9E1D68-B8F0-4C02-B9F1-B3C6B0A611B8}" destId="{05719FBC-9975-4A02-AD7D-782566558487}" srcOrd="0" destOrd="2" presId="urn:microsoft.com/office/officeart/2005/8/layout/list1"/>
    <dgm:cxn modelId="{88FD27A9-CD25-4349-AAA8-5DC0A4EC093E}" type="presParOf" srcId="{50A6AB09-7AFF-4414-B0E9-63767BB8FEFD}" destId="{1B62856E-1725-44D1-B42E-3681A9FD0ED6}" srcOrd="0" destOrd="0" presId="urn:microsoft.com/office/officeart/2005/8/layout/list1"/>
    <dgm:cxn modelId="{B991DBEA-DE78-4F47-8A39-EAF150CB5C08}" type="presParOf" srcId="{1B62856E-1725-44D1-B42E-3681A9FD0ED6}" destId="{1D52A024-5A05-4F29-8614-B7AE6C38E784}" srcOrd="0" destOrd="0" presId="urn:microsoft.com/office/officeart/2005/8/layout/list1"/>
    <dgm:cxn modelId="{23CCC75E-B254-4B4C-BAF7-F8277842C49F}" type="presParOf" srcId="{1B62856E-1725-44D1-B42E-3681A9FD0ED6}" destId="{14434924-1720-46FB-A3BE-61F81C867AF7}" srcOrd="1" destOrd="0" presId="urn:microsoft.com/office/officeart/2005/8/layout/list1"/>
    <dgm:cxn modelId="{4055AEFC-B8DB-4EF5-B033-4F3D36443C21}" type="presParOf" srcId="{50A6AB09-7AFF-4414-B0E9-63767BB8FEFD}" destId="{11390F7E-14E6-4552-9024-4EAF5FF9A2BE}" srcOrd="1" destOrd="0" presId="urn:microsoft.com/office/officeart/2005/8/layout/list1"/>
    <dgm:cxn modelId="{3A72B9D3-F481-46BB-8B66-23311165E5B0}" type="presParOf" srcId="{50A6AB09-7AFF-4414-B0E9-63767BB8FEFD}" destId="{05719FBC-9975-4A02-AD7D-782566558487}" srcOrd="2" destOrd="0" presId="urn:microsoft.com/office/officeart/2005/8/layout/list1"/>
    <dgm:cxn modelId="{D869F286-ED3B-4CE8-A719-040D032B14A0}" type="presParOf" srcId="{50A6AB09-7AFF-4414-B0E9-63767BB8FEFD}" destId="{E9EC5DE6-C261-42AF-93C4-2C9C7B4F9788}" srcOrd="3" destOrd="0" presId="urn:microsoft.com/office/officeart/2005/8/layout/list1"/>
    <dgm:cxn modelId="{3A49C97E-B54C-4AAB-9E30-812B0B680F95}" type="presParOf" srcId="{50A6AB09-7AFF-4414-B0E9-63767BB8FEFD}" destId="{A5838EF5-F4C9-4A00-9CBC-9DA0B852C61E}" srcOrd="4" destOrd="0" presId="urn:microsoft.com/office/officeart/2005/8/layout/list1"/>
    <dgm:cxn modelId="{1AE04546-F87A-4C15-9BE6-C9E429218FBE}" type="presParOf" srcId="{A5838EF5-F4C9-4A00-9CBC-9DA0B852C61E}" destId="{B2248BBE-826A-427F-BBFB-3CE468A3B8C0}" srcOrd="0" destOrd="0" presId="urn:microsoft.com/office/officeart/2005/8/layout/list1"/>
    <dgm:cxn modelId="{8B30EC96-512E-4786-A415-89C96E882740}" type="presParOf" srcId="{A5838EF5-F4C9-4A00-9CBC-9DA0B852C61E}" destId="{A3CC2FB1-A7A8-49BC-9132-0CCB5B6F1366}" srcOrd="1" destOrd="0" presId="urn:microsoft.com/office/officeart/2005/8/layout/list1"/>
    <dgm:cxn modelId="{C3CCDAA0-DD67-452B-8520-8674A09A1E5C}" type="presParOf" srcId="{50A6AB09-7AFF-4414-B0E9-63767BB8FEFD}" destId="{D419BAA0-437A-467A-86EB-49915092223D}" srcOrd="5" destOrd="0" presId="urn:microsoft.com/office/officeart/2005/8/layout/list1"/>
    <dgm:cxn modelId="{3BFD15E3-17BD-4026-9B8E-2C85AC1369FB}" type="presParOf" srcId="{50A6AB09-7AFF-4414-B0E9-63767BB8FEFD}" destId="{59268041-9D50-4004-8EC8-FB691A895A3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6BD6AF8-D57C-405A-B4C2-D266B92F0A4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C142A36-D47F-426C-8060-58349842686C}">
      <dgm:prSet custT="1"/>
      <dgm:spPr/>
      <dgm:t>
        <a:bodyPr/>
        <a:lstStyle/>
        <a:p>
          <a:r>
            <a:rPr lang="en-US" sz="2400"/>
            <a:t>• Các service giao tiếp qua</a:t>
          </a:r>
        </a:p>
        <a:p>
          <a:r>
            <a:rPr lang="en-US" sz="2400">
              <a:solidFill>
                <a:schemeClr val="tx1"/>
              </a:solidFill>
            </a:rPr>
            <a:t> </a:t>
          </a:r>
          <a:r>
            <a:rPr lang="en-US" sz="2400" b="1">
              <a:solidFill>
                <a:schemeClr val="tx1"/>
              </a:solidFill>
            </a:rPr>
            <a:t>REST API</a:t>
          </a:r>
          <a:endParaRPr lang="en-US" sz="2400">
            <a:solidFill>
              <a:schemeClr val="tx1"/>
            </a:solidFill>
          </a:endParaRPr>
        </a:p>
      </dgm:t>
    </dgm:pt>
    <dgm:pt modelId="{105F0BB1-A38D-40EE-9A72-82415F87BB36}" type="parTrans" cxnId="{94D9EC6B-A256-4FFD-94F8-6011D31CEBBC}">
      <dgm:prSet/>
      <dgm:spPr/>
      <dgm:t>
        <a:bodyPr/>
        <a:lstStyle/>
        <a:p>
          <a:endParaRPr lang="en-US"/>
        </a:p>
      </dgm:t>
    </dgm:pt>
    <dgm:pt modelId="{D8306072-B1A3-4F9E-BAD8-EEBD32134B1F}" type="sibTrans" cxnId="{94D9EC6B-A256-4FFD-94F8-6011D31CEBBC}">
      <dgm:prSet/>
      <dgm:spPr/>
      <dgm:t>
        <a:bodyPr/>
        <a:lstStyle/>
        <a:p>
          <a:endParaRPr lang="en-US"/>
        </a:p>
      </dgm:t>
    </dgm:pt>
    <dgm:pt modelId="{C4D4E2E5-0715-4861-9696-2FA8E0057FBA}">
      <dgm:prSet custT="1"/>
      <dgm:spPr/>
      <dgm:t>
        <a:bodyPr/>
        <a:lstStyle/>
        <a:p>
          <a:r>
            <a:rPr lang="en-US" sz="2400"/>
            <a:t>• Mỗi service có thể mở rộng </a:t>
          </a:r>
        </a:p>
        <a:p>
          <a:r>
            <a:rPr lang="en-US" sz="2400"/>
            <a:t>độc lập</a:t>
          </a:r>
        </a:p>
      </dgm:t>
    </dgm:pt>
    <dgm:pt modelId="{E82045E3-2D3A-450E-8D81-1FFEE7D2DFCE}" type="parTrans" cxnId="{59CB0D85-B1F6-42BC-AFBB-466B62F1550C}">
      <dgm:prSet/>
      <dgm:spPr/>
      <dgm:t>
        <a:bodyPr/>
        <a:lstStyle/>
        <a:p>
          <a:endParaRPr lang="en-US"/>
        </a:p>
      </dgm:t>
    </dgm:pt>
    <dgm:pt modelId="{AE7A974F-E5DD-4D59-A6D1-30EB9CE4D599}" type="sibTrans" cxnId="{59CB0D85-B1F6-42BC-AFBB-466B62F1550C}">
      <dgm:prSet/>
      <dgm:spPr/>
      <dgm:t>
        <a:bodyPr/>
        <a:lstStyle/>
        <a:p>
          <a:endParaRPr lang="en-US"/>
        </a:p>
      </dgm:t>
    </dgm:pt>
    <dgm:pt modelId="{FBEDF430-05EA-405B-ACEA-1C79D8C518EA}" type="pres">
      <dgm:prSet presAssocID="{B6BD6AF8-D57C-405A-B4C2-D266B92F0A41}" presName="vert0" presStyleCnt="0">
        <dgm:presLayoutVars>
          <dgm:dir/>
          <dgm:animOne val="branch"/>
          <dgm:animLvl val="lvl"/>
        </dgm:presLayoutVars>
      </dgm:prSet>
      <dgm:spPr/>
    </dgm:pt>
    <dgm:pt modelId="{CA3B278A-7386-493A-8951-2C208DB88BE4}" type="pres">
      <dgm:prSet presAssocID="{FC142A36-D47F-426C-8060-58349842686C}" presName="thickLine" presStyleLbl="alignNode1" presStyleIdx="0" presStyleCnt="2"/>
      <dgm:spPr/>
    </dgm:pt>
    <dgm:pt modelId="{485C969E-0137-45AE-9BE2-721E5505DDF1}" type="pres">
      <dgm:prSet presAssocID="{FC142A36-D47F-426C-8060-58349842686C}" presName="horz1" presStyleCnt="0"/>
      <dgm:spPr/>
    </dgm:pt>
    <dgm:pt modelId="{1630DE1B-C24E-4A7C-80BC-2101BB530A00}" type="pres">
      <dgm:prSet presAssocID="{FC142A36-D47F-426C-8060-58349842686C}" presName="tx1" presStyleLbl="revTx" presStyleIdx="0" presStyleCnt="2"/>
      <dgm:spPr/>
    </dgm:pt>
    <dgm:pt modelId="{09AFABA4-EB38-4721-BE49-61EEB9CD4C6D}" type="pres">
      <dgm:prSet presAssocID="{FC142A36-D47F-426C-8060-58349842686C}" presName="vert1" presStyleCnt="0"/>
      <dgm:spPr/>
    </dgm:pt>
    <dgm:pt modelId="{552B485F-95FB-4F34-AD62-F0A9CEB082D0}" type="pres">
      <dgm:prSet presAssocID="{C4D4E2E5-0715-4861-9696-2FA8E0057FBA}" presName="thickLine" presStyleLbl="alignNode1" presStyleIdx="1" presStyleCnt="2"/>
      <dgm:spPr/>
    </dgm:pt>
    <dgm:pt modelId="{D7B949F9-8219-49C2-94A0-3BDCEA16BFF4}" type="pres">
      <dgm:prSet presAssocID="{C4D4E2E5-0715-4861-9696-2FA8E0057FBA}" presName="horz1" presStyleCnt="0"/>
      <dgm:spPr/>
    </dgm:pt>
    <dgm:pt modelId="{436F124F-7F89-4199-BD4E-04E7F61207E4}" type="pres">
      <dgm:prSet presAssocID="{C4D4E2E5-0715-4861-9696-2FA8E0057FBA}" presName="tx1" presStyleLbl="revTx" presStyleIdx="1" presStyleCnt="2"/>
      <dgm:spPr/>
    </dgm:pt>
    <dgm:pt modelId="{FC136A6C-8A00-4649-B0AE-999F9C638CD1}" type="pres">
      <dgm:prSet presAssocID="{C4D4E2E5-0715-4861-9696-2FA8E0057FBA}" presName="vert1" presStyleCnt="0"/>
      <dgm:spPr/>
    </dgm:pt>
  </dgm:ptLst>
  <dgm:cxnLst>
    <dgm:cxn modelId="{6C30071C-86BF-4205-890E-3622F38BE5B6}" type="presOf" srcId="{C4D4E2E5-0715-4861-9696-2FA8E0057FBA}" destId="{436F124F-7F89-4199-BD4E-04E7F61207E4}" srcOrd="0" destOrd="0" presId="urn:microsoft.com/office/officeart/2008/layout/LinedList"/>
    <dgm:cxn modelId="{94D9EC6B-A256-4FFD-94F8-6011D31CEBBC}" srcId="{B6BD6AF8-D57C-405A-B4C2-D266B92F0A41}" destId="{FC142A36-D47F-426C-8060-58349842686C}" srcOrd="0" destOrd="0" parTransId="{105F0BB1-A38D-40EE-9A72-82415F87BB36}" sibTransId="{D8306072-B1A3-4F9E-BAD8-EEBD32134B1F}"/>
    <dgm:cxn modelId="{9150FA83-DE9C-45D2-89FD-28A827660BA2}" type="presOf" srcId="{B6BD6AF8-D57C-405A-B4C2-D266B92F0A41}" destId="{FBEDF430-05EA-405B-ACEA-1C79D8C518EA}" srcOrd="0" destOrd="0" presId="urn:microsoft.com/office/officeart/2008/layout/LinedList"/>
    <dgm:cxn modelId="{59CB0D85-B1F6-42BC-AFBB-466B62F1550C}" srcId="{B6BD6AF8-D57C-405A-B4C2-D266B92F0A41}" destId="{C4D4E2E5-0715-4861-9696-2FA8E0057FBA}" srcOrd="1" destOrd="0" parTransId="{E82045E3-2D3A-450E-8D81-1FFEE7D2DFCE}" sibTransId="{AE7A974F-E5DD-4D59-A6D1-30EB9CE4D599}"/>
    <dgm:cxn modelId="{7BB995F7-3DB5-41FB-B49F-CB4AA084D03B}" type="presOf" srcId="{FC142A36-D47F-426C-8060-58349842686C}" destId="{1630DE1B-C24E-4A7C-80BC-2101BB530A00}" srcOrd="0" destOrd="0" presId="urn:microsoft.com/office/officeart/2008/layout/LinedList"/>
    <dgm:cxn modelId="{54C971A3-753A-41FC-94D5-AE81764E5602}" type="presParOf" srcId="{FBEDF430-05EA-405B-ACEA-1C79D8C518EA}" destId="{CA3B278A-7386-493A-8951-2C208DB88BE4}" srcOrd="0" destOrd="0" presId="urn:microsoft.com/office/officeart/2008/layout/LinedList"/>
    <dgm:cxn modelId="{F7B93470-E03B-4E27-92A5-43651DE2ABB7}" type="presParOf" srcId="{FBEDF430-05EA-405B-ACEA-1C79D8C518EA}" destId="{485C969E-0137-45AE-9BE2-721E5505DDF1}" srcOrd="1" destOrd="0" presId="urn:microsoft.com/office/officeart/2008/layout/LinedList"/>
    <dgm:cxn modelId="{79B603F4-3CB8-4E3B-8701-7FD24080550C}" type="presParOf" srcId="{485C969E-0137-45AE-9BE2-721E5505DDF1}" destId="{1630DE1B-C24E-4A7C-80BC-2101BB530A00}" srcOrd="0" destOrd="0" presId="urn:microsoft.com/office/officeart/2008/layout/LinedList"/>
    <dgm:cxn modelId="{8E4E8C39-2496-42DC-9B9C-755C242D8743}" type="presParOf" srcId="{485C969E-0137-45AE-9BE2-721E5505DDF1}" destId="{09AFABA4-EB38-4721-BE49-61EEB9CD4C6D}" srcOrd="1" destOrd="0" presId="urn:microsoft.com/office/officeart/2008/layout/LinedList"/>
    <dgm:cxn modelId="{AA35F0A3-81B4-4762-8C3D-0BEA0EB24B7B}" type="presParOf" srcId="{FBEDF430-05EA-405B-ACEA-1C79D8C518EA}" destId="{552B485F-95FB-4F34-AD62-F0A9CEB082D0}" srcOrd="2" destOrd="0" presId="urn:microsoft.com/office/officeart/2008/layout/LinedList"/>
    <dgm:cxn modelId="{B5E26729-AF1F-40F3-83C1-354F4B70E6B0}" type="presParOf" srcId="{FBEDF430-05EA-405B-ACEA-1C79D8C518EA}" destId="{D7B949F9-8219-49C2-94A0-3BDCEA16BFF4}" srcOrd="3" destOrd="0" presId="urn:microsoft.com/office/officeart/2008/layout/LinedList"/>
    <dgm:cxn modelId="{B36A3D2C-D84E-4DDE-A728-EFC746FA5AE1}" type="presParOf" srcId="{D7B949F9-8219-49C2-94A0-3BDCEA16BFF4}" destId="{436F124F-7F89-4199-BD4E-04E7F61207E4}" srcOrd="0" destOrd="0" presId="urn:microsoft.com/office/officeart/2008/layout/LinedList"/>
    <dgm:cxn modelId="{EF62F549-D4E7-4F12-A906-D84F2FE057D8}" type="presParOf" srcId="{D7B949F9-8219-49C2-94A0-3BDCEA16BFF4}" destId="{FC136A6C-8A00-4649-B0AE-999F9C638C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80E3234-B5BE-4FB2-8F44-2EA87E8DCF86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F9A2ED4-553F-4F34-8D82-36330BDA8775}">
      <dgm:prSet/>
      <dgm:spPr/>
      <dgm:t>
        <a:bodyPr/>
        <a:lstStyle/>
        <a:p>
          <a:r>
            <a:rPr lang="vi-VN"/>
            <a:t> Document Pinning: ghim văn bản đã chọn</a:t>
          </a:r>
          <a:endParaRPr lang="en-US"/>
        </a:p>
      </dgm:t>
    </dgm:pt>
    <dgm:pt modelId="{CFF6D6D9-A77F-493F-BF2B-682406F2D66A}" type="parTrans" cxnId="{32BD7565-3A9A-4BA1-AC5B-72579CE0301A}">
      <dgm:prSet/>
      <dgm:spPr/>
      <dgm:t>
        <a:bodyPr/>
        <a:lstStyle/>
        <a:p>
          <a:endParaRPr lang="en-US"/>
        </a:p>
      </dgm:t>
    </dgm:pt>
    <dgm:pt modelId="{D64ACFC4-1862-4584-9AAD-EE88886EF6BB}" type="sibTrans" cxnId="{32BD7565-3A9A-4BA1-AC5B-72579CE0301A}">
      <dgm:prSet/>
      <dgm:spPr/>
      <dgm:t>
        <a:bodyPr/>
        <a:lstStyle/>
        <a:p>
          <a:endParaRPr lang="en-US"/>
        </a:p>
      </dgm:t>
    </dgm:pt>
    <dgm:pt modelId="{B266EDD1-44F5-4502-9B4F-C0F8F9E11CAA}">
      <dgm:prSet custT="1"/>
      <dgm:spPr/>
      <dgm:t>
        <a:bodyPr/>
        <a:lstStyle/>
        <a:p>
          <a:r>
            <a:rPr lang="vi-VN" sz="2500"/>
            <a:t> </a:t>
          </a:r>
          <a:r>
            <a:rPr lang="vi-VN" sz="2600"/>
            <a:t>Follow-up Handling: hiểu câu hỏi tiếp nối</a:t>
          </a:r>
          <a:endParaRPr lang="en-US" sz="2600"/>
        </a:p>
      </dgm:t>
    </dgm:pt>
    <dgm:pt modelId="{BB9403CC-059E-4D19-83C1-CAA8E4B2103E}" type="parTrans" cxnId="{B1C5F8E8-11CD-4585-BE96-FA324803FAE2}">
      <dgm:prSet/>
      <dgm:spPr/>
      <dgm:t>
        <a:bodyPr/>
        <a:lstStyle/>
        <a:p>
          <a:endParaRPr lang="en-US"/>
        </a:p>
      </dgm:t>
    </dgm:pt>
    <dgm:pt modelId="{2850E64F-AB36-4D29-B7B8-823B613785DD}" type="sibTrans" cxnId="{B1C5F8E8-11CD-4585-BE96-FA324803FAE2}">
      <dgm:prSet/>
      <dgm:spPr/>
      <dgm:t>
        <a:bodyPr/>
        <a:lstStyle/>
        <a:p>
          <a:endParaRPr lang="en-US"/>
        </a:p>
      </dgm:t>
    </dgm:pt>
    <dgm:pt modelId="{BB1F3BDE-8614-49A3-AC84-6AF92A197254}">
      <dgm:prSet/>
      <dgm:spPr/>
      <dgm:t>
        <a:bodyPr/>
        <a:lstStyle/>
        <a:p>
          <a:r>
            <a:rPr lang="vi-VN"/>
            <a:t> Clarification: yêu cầu làm rõ khi câu hỏi </a:t>
          </a:r>
          <a:endParaRPr lang="en-US"/>
        </a:p>
        <a:p>
          <a:r>
            <a:rPr lang="vi-VN"/>
            <a:t>mơ hồ</a:t>
          </a:r>
          <a:endParaRPr lang="en-US"/>
        </a:p>
      </dgm:t>
    </dgm:pt>
    <dgm:pt modelId="{C2EB6EF0-6340-43C5-8FE7-E9500FD9FC97}" type="parTrans" cxnId="{B060D6B2-E099-460F-8448-2AE7894F7107}">
      <dgm:prSet/>
      <dgm:spPr/>
      <dgm:t>
        <a:bodyPr/>
        <a:lstStyle/>
        <a:p>
          <a:endParaRPr lang="en-US"/>
        </a:p>
      </dgm:t>
    </dgm:pt>
    <dgm:pt modelId="{4BE0A35C-F558-4446-AB23-986F94F5A50D}" type="sibTrans" cxnId="{B060D6B2-E099-460F-8448-2AE7894F7107}">
      <dgm:prSet/>
      <dgm:spPr/>
      <dgm:t>
        <a:bodyPr/>
        <a:lstStyle/>
        <a:p>
          <a:endParaRPr lang="en-US"/>
        </a:p>
      </dgm:t>
    </dgm:pt>
    <dgm:pt modelId="{8B420E2E-1EAC-4D5A-8DD2-41DA05ADD371}">
      <dgm:prSet/>
      <dgm:spPr/>
      <dgm:t>
        <a:bodyPr/>
        <a:lstStyle/>
        <a:p>
          <a:r>
            <a:rPr lang="vi-VN"/>
            <a:t>Session Management: duy trì ngữ cảnh hội thoại</a:t>
          </a:r>
          <a:endParaRPr lang="en-US"/>
        </a:p>
      </dgm:t>
    </dgm:pt>
    <dgm:pt modelId="{9FAD0501-3DFD-43BC-AF92-186D1D4E1A60}" type="parTrans" cxnId="{80A54B8C-318F-467F-88FC-D06441549EB4}">
      <dgm:prSet/>
      <dgm:spPr/>
      <dgm:t>
        <a:bodyPr/>
        <a:lstStyle/>
        <a:p>
          <a:endParaRPr lang="en-US"/>
        </a:p>
      </dgm:t>
    </dgm:pt>
    <dgm:pt modelId="{2B40F419-E8C4-4E41-83AF-30832BA5065D}" type="sibTrans" cxnId="{80A54B8C-318F-467F-88FC-D06441549EB4}">
      <dgm:prSet/>
      <dgm:spPr/>
      <dgm:t>
        <a:bodyPr/>
        <a:lstStyle/>
        <a:p>
          <a:endParaRPr lang="en-US"/>
        </a:p>
      </dgm:t>
    </dgm:pt>
    <dgm:pt modelId="{32A67881-ECD0-48C5-BB75-1A9A4463CEBF}" type="pres">
      <dgm:prSet presAssocID="{580E3234-B5BE-4FB2-8F44-2EA87E8DCF86}" presName="Name0" presStyleCnt="0">
        <dgm:presLayoutVars>
          <dgm:dir/>
          <dgm:animLvl val="lvl"/>
          <dgm:resizeHandles val="exact"/>
        </dgm:presLayoutVars>
      </dgm:prSet>
      <dgm:spPr/>
    </dgm:pt>
    <dgm:pt modelId="{7890061E-BCB9-4ED8-A854-8426223B4B86}" type="pres">
      <dgm:prSet presAssocID="{9F9A2ED4-553F-4F34-8D82-36330BDA8775}" presName="linNode" presStyleCnt="0"/>
      <dgm:spPr/>
    </dgm:pt>
    <dgm:pt modelId="{DF620354-B3EF-46F7-B188-9D57E9421C16}" type="pres">
      <dgm:prSet presAssocID="{9F9A2ED4-553F-4F34-8D82-36330BDA8775}" presName="parentText" presStyleLbl="node1" presStyleIdx="0" presStyleCnt="4" custScaleX="277250">
        <dgm:presLayoutVars>
          <dgm:chMax val="1"/>
          <dgm:bulletEnabled val="1"/>
        </dgm:presLayoutVars>
      </dgm:prSet>
      <dgm:spPr/>
    </dgm:pt>
    <dgm:pt modelId="{ABA73580-AFF2-4274-A24F-FEE2D7F5D7BB}" type="pres">
      <dgm:prSet presAssocID="{D64ACFC4-1862-4584-9AAD-EE88886EF6BB}" presName="sp" presStyleCnt="0"/>
      <dgm:spPr/>
    </dgm:pt>
    <dgm:pt modelId="{92A2994C-2FAF-452C-BFA8-39C884716343}" type="pres">
      <dgm:prSet presAssocID="{B266EDD1-44F5-4502-9B4F-C0F8F9E11CAA}" presName="linNode" presStyleCnt="0"/>
      <dgm:spPr/>
    </dgm:pt>
    <dgm:pt modelId="{45CE7EA9-37A3-4687-A6D5-B4C2C39CA05D}" type="pres">
      <dgm:prSet presAssocID="{B266EDD1-44F5-4502-9B4F-C0F8F9E11CAA}" presName="parentText" presStyleLbl="node1" presStyleIdx="1" presStyleCnt="4" custScaleX="275983">
        <dgm:presLayoutVars>
          <dgm:chMax val="1"/>
          <dgm:bulletEnabled val="1"/>
        </dgm:presLayoutVars>
      </dgm:prSet>
      <dgm:spPr/>
    </dgm:pt>
    <dgm:pt modelId="{CB7FCF82-C544-4B92-A468-23C99E8CA908}" type="pres">
      <dgm:prSet presAssocID="{2850E64F-AB36-4D29-B7B8-823B613785DD}" presName="sp" presStyleCnt="0"/>
      <dgm:spPr/>
    </dgm:pt>
    <dgm:pt modelId="{11DEAC7B-3011-4BB0-9D31-91DEBEBC3306}" type="pres">
      <dgm:prSet presAssocID="{BB1F3BDE-8614-49A3-AC84-6AF92A197254}" presName="linNode" presStyleCnt="0"/>
      <dgm:spPr/>
    </dgm:pt>
    <dgm:pt modelId="{71FE7ADF-D2FB-4E38-B93B-AC5D224D33C1}" type="pres">
      <dgm:prSet presAssocID="{BB1F3BDE-8614-49A3-AC84-6AF92A197254}" presName="parentText" presStyleLbl="node1" presStyleIdx="2" presStyleCnt="4" custScaleX="277778">
        <dgm:presLayoutVars>
          <dgm:chMax val="1"/>
          <dgm:bulletEnabled val="1"/>
        </dgm:presLayoutVars>
      </dgm:prSet>
      <dgm:spPr/>
    </dgm:pt>
    <dgm:pt modelId="{6FA4D407-FB0E-43FB-B380-739AF96CD431}" type="pres">
      <dgm:prSet presAssocID="{4BE0A35C-F558-4446-AB23-986F94F5A50D}" presName="sp" presStyleCnt="0"/>
      <dgm:spPr/>
    </dgm:pt>
    <dgm:pt modelId="{ECFB89D1-8945-4E08-A26F-5D83BE6316AB}" type="pres">
      <dgm:prSet presAssocID="{8B420E2E-1EAC-4D5A-8DD2-41DA05ADD371}" presName="linNode" presStyleCnt="0"/>
      <dgm:spPr/>
    </dgm:pt>
    <dgm:pt modelId="{40FCE644-84AB-45AE-A33D-0C002CE99E14}" type="pres">
      <dgm:prSet presAssocID="{8B420E2E-1EAC-4D5A-8DD2-41DA05ADD371}" presName="parentText" presStyleLbl="node1" presStyleIdx="3" presStyleCnt="4" custScaleX="277778">
        <dgm:presLayoutVars>
          <dgm:chMax val="1"/>
          <dgm:bulletEnabled val="1"/>
        </dgm:presLayoutVars>
      </dgm:prSet>
      <dgm:spPr/>
    </dgm:pt>
  </dgm:ptLst>
  <dgm:cxnLst>
    <dgm:cxn modelId="{EF72A936-4319-4F95-9293-86B08F30D5E0}" type="presOf" srcId="{9F9A2ED4-553F-4F34-8D82-36330BDA8775}" destId="{DF620354-B3EF-46F7-B188-9D57E9421C16}" srcOrd="0" destOrd="0" presId="urn:microsoft.com/office/officeart/2005/8/layout/vList5"/>
    <dgm:cxn modelId="{32BD7565-3A9A-4BA1-AC5B-72579CE0301A}" srcId="{580E3234-B5BE-4FB2-8F44-2EA87E8DCF86}" destId="{9F9A2ED4-553F-4F34-8D82-36330BDA8775}" srcOrd="0" destOrd="0" parTransId="{CFF6D6D9-A77F-493F-BF2B-682406F2D66A}" sibTransId="{D64ACFC4-1862-4584-9AAD-EE88886EF6BB}"/>
    <dgm:cxn modelId="{04BB1556-2A2E-4F85-BCBF-BFEE35C1BA9E}" type="presOf" srcId="{8B420E2E-1EAC-4D5A-8DD2-41DA05ADD371}" destId="{40FCE644-84AB-45AE-A33D-0C002CE99E14}" srcOrd="0" destOrd="0" presId="urn:microsoft.com/office/officeart/2005/8/layout/vList5"/>
    <dgm:cxn modelId="{80A54B8C-318F-467F-88FC-D06441549EB4}" srcId="{580E3234-B5BE-4FB2-8F44-2EA87E8DCF86}" destId="{8B420E2E-1EAC-4D5A-8DD2-41DA05ADD371}" srcOrd="3" destOrd="0" parTransId="{9FAD0501-3DFD-43BC-AF92-186D1D4E1A60}" sibTransId="{2B40F419-E8C4-4E41-83AF-30832BA5065D}"/>
    <dgm:cxn modelId="{D53ABD93-3B0A-474A-8EF8-EC8B0E0E10DF}" type="presOf" srcId="{BB1F3BDE-8614-49A3-AC84-6AF92A197254}" destId="{71FE7ADF-D2FB-4E38-B93B-AC5D224D33C1}" srcOrd="0" destOrd="0" presId="urn:microsoft.com/office/officeart/2005/8/layout/vList5"/>
    <dgm:cxn modelId="{DD931FA5-130D-4A90-8A52-E35ABEB8BECE}" type="presOf" srcId="{580E3234-B5BE-4FB2-8F44-2EA87E8DCF86}" destId="{32A67881-ECD0-48C5-BB75-1A9A4463CEBF}" srcOrd="0" destOrd="0" presId="urn:microsoft.com/office/officeart/2005/8/layout/vList5"/>
    <dgm:cxn modelId="{B25D7AAB-6A7F-4A70-BC6D-256DF681450C}" type="presOf" srcId="{B266EDD1-44F5-4502-9B4F-C0F8F9E11CAA}" destId="{45CE7EA9-37A3-4687-A6D5-B4C2C39CA05D}" srcOrd="0" destOrd="0" presId="urn:microsoft.com/office/officeart/2005/8/layout/vList5"/>
    <dgm:cxn modelId="{B060D6B2-E099-460F-8448-2AE7894F7107}" srcId="{580E3234-B5BE-4FB2-8F44-2EA87E8DCF86}" destId="{BB1F3BDE-8614-49A3-AC84-6AF92A197254}" srcOrd="2" destOrd="0" parTransId="{C2EB6EF0-6340-43C5-8FE7-E9500FD9FC97}" sibTransId="{4BE0A35C-F558-4446-AB23-986F94F5A50D}"/>
    <dgm:cxn modelId="{B1C5F8E8-11CD-4585-BE96-FA324803FAE2}" srcId="{580E3234-B5BE-4FB2-8F44-2EA87E8DCF86}" destId="{B266EDD1-44F5-4502-9B4F-C0F8F9E11CAA}" srcOrd="1" destOrd="0" parTransId="{BB9403CC-059E-4D19-83C1-CAA8E4B2103E}" sibTransId="{2850E64F-AB36-4D29-B7B8-823B613785DD}"/>
    <dgm:cxn modelId="{0D4EDF88-765D-479F-B2C8-E43319B44E26}" type="presParOf" srcId="{32A67881-ECD0-48C5-BB75-1A9A4463CEBF}" destId="{7890061E-BCB9-4ED8-A854-8426223B4B86}" srcOrd="0" destOrd="0" presId="urn:microsoft.com/office/officeart/2005/8/layout/vList5"/>
    <dgm:cxn modelId="{5FBFCF31-3E67-4A07-B366-EC038FAFB65C}" type="presParOf" srcId="{7890061E-BCB9-4ED8-A854-8426223B4B86}" destId="{DF620354-B3EF-46F7-B188-9D57E9421C16}" srcOrd="0" destOrd="0" presId="urn:microsoft.com/office/officeart/2005/8/layout/vList5"/>
    <dgm:cxn modelId="{F8002A29-12A2-4314-9895-4254F5D21D42}" type="presParOf" srcId="{32A67881-ECD0-48C5-BB75-1A9A4463CEBF}" destId="{ABA73580-AFF2-4274-A24F-FEE2D7F5D7BB}" srcOrd="1" destOrd="0" presId="urn:microsoft.com/office/officeart/2005/8/layout/vList5"/>
    <dgm:cxn modelId="{A35D6EC4-0686-4C7C-87EE-ABC82646BA07}" type="presParOf" srcId="{32A67881-ECD0-48C5-BB75-1A9A4463CEBF}" destId="{92A2994C-2FAF-452C-BFA8-39C884716343}" srcOrd="2" destOrd="0" presId="urn:microsoft.com/office/officeart/2005/8/layout/vList5"/>
    <dgm:cxn modelId="{ABD0D0AA-BBD9-4F4F-8095-16DC368752B3}" type="presParOf" srcId="{92A2994C-2FAF-452C-BFA8-39C884716343}" destId="{45CE7EA9-37A3-4687-A6D5-B4C2C39CA05D}" srcOrd="0" destOrd="0" presId="urn:microsoft.com/office/officeart/2005/8/layout/vList5"/>
    <dgm:cxn modelId="{0EDD75B0-8A4D-4CAF-95CB-F52DA9E9BFA5}" type="presParOf" srcId="{32A67881-ECD0-48C5-BB75-1A9A4463CEBF}" destId="{CB7FCF82-C544-4B92-A468-23C99E8CA908}" srcOrd="3" destOrd="0" presId="urn:microsoft.com/office/officeart/2005/8/layout/vList5"/>
    <dgm:cxn modelId="{03651ACB-BD96-426A-BC07-8A3497A924C0}" type="presParOf" srcId="{32A67881-ECD0-48C5-BB75-1A9A4463CEBF}" destId="{11DEAC7B-3011-4BB0-9D31-91DEBEBC3306}" srcOrd="4" destOrd="0" presId="urn:microsoft.com/office/officeart/2005/8/layout/vList5"/>
    <dgm:cxn modelId="{A34625C4-6846-4C8C-8424-DFDD2A4653B4}" type="presParOf" srcId="{11DEAC7B-3011-4BB0-9D31-91DEBEBC3306}" destId="{71FE7ADF-D2FB-4E38-B93B-AC5D224D33C1}" srcOrd="0" destOrd="0" presId="urn:microsoft.com/office/officeart/2005/8/layout/vList5"/>
    <dgm:cxn modelId="{29417122-D4AB-4A20-9D60-62BCEF059B8B}" type="presParOf" srcId="{32A67881-ECD0-48C5-BB75-1A9A4463CEBF}" destId="{6FA4D407-FB0E-43FB-B380-739AF96CD431}" srcOrd="5" destOrd="0" presId="urn:microsoft.com/office/officeart/2005/8/layout/vList5"/>
    <dgm:cxn modelId="{AFF19C37-94B8-431E-ACD3-90FDDA263B9B}" type="presParOf" srcId="{32A67881-ECD0-48C5-BB75-1A9A4463CEBF}" destId="{ECFB89D1-8945-4E08-A26F-5D83BE6316AB}" srcOrd="6" destOrd="0" presId="urn:microsoft.com/office/officeart/2005/8/layout/vList5"/>
    <dgm:cxn modelId="{D824EC41-30A0-4C8A-8436-9231966AE700}" type="presParOf" srcId="{ECFB89D1-8945-4E08-A26F-5D83BE6316AB}" destId="{40FCE644-84AB-45AE-A33D-0C002CE99E1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3110C42-3EE7-447C-B150-C6830848A83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FA5D800-F8B7-4806-B352-89B6A3BE26AD}">
      <dgm:prSet custT="1"/>
      <dgm:spPr/>
      <dgm:t>
        <a:bodyPr/>
        <a:lstStyle/>
        <a:p>
          <a:r>
            <a:rPr lang="vi-VN" sz="2600"/>
            <a:t>Môi trường thực nghiệm:</a:t>
          </a:r>
          <a:endParaRPr lang="en-US" sz="2600"/>
        </a:p>
      </dgm:t>
    </dgm:pt>
    <dgm:pt modelId="{17A4A297-A25D-4516-978A-E8F1ACA6F01B}" type="parTrans" cxnId="{E91961A1-C8A0-4807-AF7F-56AE4C3AB592}">
      <dgm:prSet/>
      <dgm:spPr/>
      <dgm:t>
        <a:bodyPr/>
        <a:lstStyle/>
        <a:p>
          <a:endParaRPr lang="en-US"/>
        </a:p>
      </dgm:t>
    </dgm:pt>
    <dgm:pt modelId="{6A2AE073-52AE-4C06-9DC5-C3457E71E7E7}" type="sibTrans" cxnId="{E91961A1-C8A0-4807-AF7F-56AE4C3AB592}">
      <dgm:prSet/>
      <dgm:spPr/>
      <dgm:t>
        <a:bodyPr/>
        <a:lstStyle/>
        <a:p>
          <a:endParaRPr lang="en-US"/>
        </a:p>
      </dgm:t>
    </dgm:pt>
    <dgm:pt modelId="{7DBE318A-DAE0-4588-9B62-2883E026A152}">
      <dgm:prSet custT="1"/>
      <dgm:spPr/>
      <dgm:t>
        <a:bodyPr/>
        <a:lstStyle/>
        <a:p>
          <a:pPr>
            <a:buNone/>
          </a:pPr>
          <a:r>
            <a:rPr lang="vi-VN" sz="2600"/>
            <a:t>– CPU: Intel Core i7-12700H</a:t>
          </a:r>
          <a:endParaRPr lang="en-US" sz="2600"/>
        </a:p>
      </dgm:t>
    </dgm:pt>
    <dgm:pt modelId="{EDDA7CF1-D2A4-4EAF-A1E6-D30E217C35C7}" type="parTrans" cxnId="{F302611E-1F2D-4EFA-A164-B65D3042E197}">
      <dgm:prSet/>
      <dgm:spPr/>
      <dgm:t>
        <a:bodyPr/>
        <a:lstStyle/>
        <a:p>
          <a:endParaRPr lang="en-US"/>
        </a:p>
      </dgm:t>
    </dgm:pt>
    <dgm:pt modelId="{A4DF4917-5E5C-4F72-8DA1-7BA8A0E30501}" type="sibTrans" cxnId="{F302611E-1F2D-4EFA-A164-B65D3042E197}">
      <dgm:prSet/>
      <dgm:spPr/>
      <dgm:t>
        <a:bodyPr/>
        <a:lstStyle/>
        <a:p>
          <a:endParaRPr lang="en-US"/>
        </a:p>
      </dgm:t>
    </dgm:pt>
    <dgm:pt modelId="{7013B752-4F76-44DC-BAAA-E616C47E7644}">
      <dgm:prSet custT="1"/>
      <dgm:spPr/>
      <dgm:t>
        <a:bodyPr/>
        <a:lstStyle/>
        <a:p>
          <a:pPr>
            <a:buNone/>
          </a:pPr>
          <a:r>
            <a:rPr lang="vi-VN" sz="2600"/>
            <a:t>– RAM: 32GB</a:t>
          </a:r>
          <a:endParaRPr lang="en-US" sz="2600"/>
        </a:p>
      </dgm:t>
    </dgm:pt>
    <dgm:pt modelId="{D874F447-2054-4C3A-A8F1-1EBE7DDADAEB}" type="parTrans" cxnId="{483DE884-CCE2-4547-9AF8-80975B6805A6}">
      <dgm:prSet/>
      <dgm:spPr/>
      <dgm:t>
        <a:bodyPr/>
        <a:lstStyle/>
        <a:p>
          <a:endParaRPr lang="en-US"/>
        </a:p>
      </dgm:t>
    </dgm:pt>
    <dgm:pt modelId="{28F84907-1A15-45BC-BB2C-71CD718D1B1D}" type="sibTrans" cxnId="{483DE884-CCE2-4547-9AF8-80975B6805A6}">
      <dgm:prSet/>
      <dgm:spPr/>
      <dgm:t>
        <a:bodyPr/>
        <a:lstStyle/>
        <a:p>
          <a:endParaRPr lang="en-US"/>
        </a:p>
      </dgm:t>
    </dgm:pt>
    <dgm:pt modelId="{407C2875-84ED-4B1E-83FD-C8202CCEABBC}">
      <dgm:prSet custT="1"/>
      <dgm:spPr/>
      <dgm:t>
        <a:bodyPr/>
        <a:lstStyle/>
        <a:p>
          <a:pPr>
            <a:buNone/>
          </a:pPr>
          <a:r>
            <a:rPr lang="vi-VN" sz="2600"/>
            <a:t>– GPU: RTX 3060 (6GB)</a:t>
          </a:r>
          <a:endParaRPr lang="en-US" sz="2600"/>
        </a:p>
      </dgm:t>
    </dgm:pt>
    <dgm:pt modelId="{78DA7801-CC8A-4893-9A6C-B1FA231AA3E4}" type="parTrans" cxnId="{5A6549C3-D7D0-48E0-A17C-4AFA170C4C88}">
      <dgm:prSet/>
      <dgm:spPr/>
      <dgm:t>
        <a:bodyPr/>
        <a:lstStyle/>
        <a:p>
          <a:endParaRPr lang="en-US"/>
        </a:p>
      </dgm:t>
    </dgm:pt>
    <dgm:pt modelId="{2668536A-783B-4F06-8A6E-3706649AF531}" type="sibTrans" cxnId="{5A6549C3-D7D0-48E0-A17C-4AFA170C4C88}">
      <dgm:prSet/>
      <dgm:spPr/>
      <dgm:t>
        <a:bodyPr/>
        <a:lstStyle/>
        <a:p>
          <a:endParaRPr lang="en-US"/>
        </a:p>
      </dgm:t>
    </dgm:pt>
    <dgm:pt modelId="{2C8121E8-B088-4925-AAFB-D88EFED13D8D}">
      <dgm:prSet custT="1"/>
      <dgm:spPr/>
      <dgm:t>
        <a:bodyPr/>
        <a:lstStyle/>
        <a:p>
          <a:r>
            <a:rPr lang="vi-VN" sz="2600"/>
            <a:t>Dữ liệu đánh giá:</a:t>
          </a:r>
          <a:endParaRPr lang="en-US" sz="2600"/>
        </a:p>
      </dgm:t>
    </dgm:pt>
    <dgm:pt modelId="{57D56460-64D7-4299-8B08-69AF5CC6EC41}" type="parTrans" cxnId="{5CB33A80-5842-4658-B4E4-BF0D1C49D512}">
      <dgm:prSet/>
      <dgm:spPr/>
      <dgm:t>
        <a:bodyPr/>
        <a:lstStyle/>
        <a:p>
          <a:endParaRPr lang="en-US"/>
        </a:p>
      </dgm:t>
    </dgm:pt>
    <dgm:pt modelId="{21654E4A-5D22-46C9-85DC-5BFAF347F83C}" type="sibTrans" cxnId="{5CB33A80-5842-4658-B4E4-BF0D1C49D512}">
      <dgm:prSet/>
      <dgm:spPr/>
      <dgm:t>
        <a:bodyPr/>
        <a:lstStyle/>
        <a:p>
          <a:endParaRPr lang="en-US"/>
        </a:p>
      </dgm:t>
    </dgm:pt>
    <dgm:pt modelId="{416D70F3-5A10-40E8-9115-262E8B6C4291}">
      <dgm:prSet custT="1"/>
      <dgm:spPr/>
      <dgm:t>
        <a:bodyPr/>
        <a:lstStyle/>
        <a:p>
          <a:pPr>
            <a:buNone/>
          </a:pPr>
          <a:r>
            <a:rPr lang="vi-VN" sz="2600"/>
            <a:t>– 15 văn bản pháp luật</a:t>
          </a:r>
          <a:endParaRPr lang="en-US" sz="2600"/>
        </a:p>
      </dgm:t>
    </dgm:pt>
    <dgm:pt modelId="{DA3F04DE-DA2E-4366-9EA6-0B49256344B8}" type="parTrans" cxnId="{6902F797-8F1C-4D6E-8969-335446664954}">
      <dgm:prSet/>
      <dgm:spPr/>
      <dgm:t>
        <a:bodyPr/>
        <a:lstStyle/>
        <a:p>
          <a:endParaRPr lang="en-US"/>
        </a:p>
      </dgm:t>
    </dgm:pt>
    <dgm:pt modelId="{B685B1B7-CF61-4ADB-8679-5B85328621C6}" type="sibTrans" cxnId="{6902F797-8F1C-4D6E-8969-335446664954}">
      <dgm:prSet/>
      <dgm:spPr/>
      <dgm:t>
        <a:bodyPr/>
        <a:lstStyle/>
        <a:p>
          <a:endParaRPr lang="en-US"/>
        </a:p>
      </dgm:t>
    </dgm:pt>
    <dgm:pt modelId="{39CD0E1C-A7AA-47F5-A9BD-163EFD558554}">
      <dgm:prSet custT="1"/>
      <dgm:spPr/>
      <dgm:t>
        <a:bodyPr/>
        <a:lstStyle/>
        <a:p>
          <a:pPr>
            <a:buNone/>
          </a:pPr>
          <a:r>
            <a:rPr lang="vi-VN" sz="2600"/>
            <a:t>– 135 đoạn (chunks)</a:t>
          </a:r>
          <a:endParaRPr lang="en-US" sz="2600"/>
        </a:p>
      </dgm:t>
    </dgm:pt>
    <dgm:pt modelId="{BFDA54D5-933A-417A-9A2F-E36EB20D149A}" type="parTrans" cxnId="{7AFF53C3-5B90-4F79-81A4-D2061754B4D5}">
      <dgm:prSet/>
      <dgm:spPr/>
      <dgm:t>
        <a:bodyPr/>
        <a:lstStyle/>
        <a:p>
          <a:endParaRPr lang="en-US"/>
        </a:p>
      </dgm:t>
    </dgm:pt>
    <dgm:pt modelId="{720EE0C9-3857-4FFB-8A78-8E3F3F86D626}" type="sibTrans" cxnId="{7AFF53C3-5B90-4F79-81A4-D2061754B4D5}">
      <dgm:prSet/>
      <dgm:spPr/>
      <dgm:t>
        <a:bodyPr/>
        <a:lstStyle/>
        <a:p>
          <a:endParaRPr lang="en-US"/>
        </a:p>
      </dgm:t>
    </dgm:pt>
    <dgm:pt modelId="{FCD4AA50-4D68-4320-B25A-9C46618A1167}">
      <dgm:prSet custT="1"/>
      <dgm:spPr/>
      <dgm:t>
        <a:bodyPr/>
        <a:lstStyle/>
        <a:p>
          <a:pPr>
            <a:buNone/>
          </a:pPr>
          <a:r>
            <a:rPr lang="vi-VN" sz="2600"/>
            <a:t>– 25 câu hỏi kiểm thử (4 lĩnh vực)</a:t>
          </a:r>
          <a:endParaRPr lang="en-US" sz="2600"/>
        </a:p>
      </dgm:t>
    </dgm:pt>
    <dgm:pt modelId="{785F10CE-3ED2-41A0-9E4A-7D9F0C2C824C}" type="parTrans" cxnId="{B6BB769F-D38C-43B7-A0D3-5B993325E11E}">
      <dgm:prSet/>
      <dgm:spPr/>
      <dgm:t>
        <a:bodyPr/>
        <a:lstStyle/>
        <a:p>
          <a:endParaRPr lang="en-US"/>
        </a:p>
      </dgm:t>
    </dgm:pt>
    <dgm:pt modelId="{0429517D-F904-4778-B3ED-BDBF8FBFA855}" type="sibTrans" cxnId="{B6BB769F-D38C-43B7-A0D3-5B993325E11E}">
      <dgm:prSet/>
      <dgm:spPr/>
      <dgm:t>
        <a:bodyPr/>
        <a:lstStyle/>
        <a:p>
          <a:endParaRPr lang="en-US"/>
        </a:p>
      </dgm:t>
    </dgm:pt>
    <dgm:pt modelId="{40F77F08-4ADC-4961-B14A-9E263EB957A9}" type="pres">
      <dgm:prSet presAssocID="{F3110C42-3EE7-447C-B150-C6830848A835}" presName="Name0" presStyleCnt="0">
        <dgm:presLayoutVars>
          <dgm:dir/>
          <dgm:animLvl val="lvl"/>
          <dgm:resizeHandles val="exact"/>
        </dgm:presLayoutVars>
      </dgm:prSet>
      <dgm:spPr/>
    </dgm:pt>
    <dgm:pt modelId="{A778BCCE-0882-48A3-AE7D-A3871E7490A7}" type="pres">
      <dgm:prSet presAssocID="{7FA5D800-F8B7-4806-B352-89B6A3BE26AD}" presName="composite" presStyleCnt="0"/>
      <dgm:spPr/>
    </dgm:pt>
    <dgm:pt modelId="{63BC5B39-17EC-4768-AE4E-13C4032C87CC}" type="pres">
      <dgm:prSet presAssocID="{7FA5D800-F8B7-4806-B352-89B6A3BE26A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894DF16-2582-43BF-AB4A-2F017A52C64D}" type="pres">
      <dgm:prSet presAssocID="{7FA5D800-F8B7-4806-B352-89B6A3BE26AD}" presName="desTx" presStyleLbl="alignAccFollowNode1" presStyleIdx="0" presStyleCnt="2" custScaleX="100000" custScaleY="100000" custLinFactNeighborX="-1" custLinFactNeighborY="452">
        <dgm:presLayoutVars>
          <dgm:bulletEnabled val="1"/>
        </dgm:presLayoutVars>
      </dgm:prSet>
      <dgm:spPr/>
    </dgm:pt>
    <dgm:pt modelId="{E58FF5F2-616B-4CBB-96AB-290A55038A62}" type="pres">
      <dgm:prSet presAssocID="{6A2AE073-52AE-4C06-9DC5-C3457E71E7E7}" presName="space" presStyleCnt="0"/>
      <dgm:spPr/>
    </dgm:pt>
    <dgm:pt modelId="{ABB1FE8B-A735-43BA-9337-D8417275349E}" type="pres">
      <dgm:prSet presAssocID="{2C8121E8-B088-4925-AAFB-D88EFED13D8D}" presName="composite" presStyleCnt="0"/>
      <dgm:spPr/>
    </dgm:pt>
    <dgm:pt modelId="{F7C1D683-B66D-40D4-B480-E5EF20104B3F}" type="pres">
      <dgm:prSet presAssocID="{2C8121E8-B088-4925-AAFB-D88EFED13D8D}" presName="parTx" presStyleLbl="alignNode1" presStyleIdx="1" presStyleCnt="2" custLinFactNeighborX="1" custLinFactNeighborY="-690">
        <dgm:presLayoutVars>
          <dgm:chMax val="0"/>
          <dgm:chPref val="0"/>
          <dgm:bulletEnabled val="1"/>
        </dgm:presLayoutVars>
      </dgm:prSet>
      <dgm:spPr/>
    </dgm:pt>
    <dgm:pt modelId="{906E72AC-9D33-4D7F-8277-D6225F5EB6CF}" type="pres">
      <dgm:prSet presAssocID="{2C8121E8-B088-4925-AAFB-D88EFED13D8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9AD5700-CCD3-4365-9759-0C18C0790336}" type="presOf" srcId="{39CD0E1C-A7AA-47F5-A9BD-163EFD558554}" destId="{906E72AC-9D33-4D7F-8277-D6225F5EB6CF}" srcOrd="0" destOrd="1" presId="urn:microsoft.com/office/officeart/2005/8/layout/hList1"/>
    <dgm:cxn modelId="{1F6A9E0B-9E0F-4076-85F8-274555DC31C6}" type="presOf" srcId="{7DBE318A-DAE0-4588-9B62-2883E026A152}" destId="{D894DF16-2582-43BF-AB4A-2F017A52C64D}" srcOrd="0" destOrd="0" presId="urn:microsoft.com/office/officeart/2005/8/layout/hList1"/>
    <dgm:cxn modelId="{C30DC218-8BFE-4F09-B616-334BC4B343AC}" type="presOf" srcId="{7FA5D800-F8B7-4806-B352-89B6A3BE26AD}" destId="{63BC5B39-17EC-4768-AE4E-13C4032C87CC}" srcOrd="0" destOrd="0" presId="urn:microsoft.com/office/officeart/2005/8/layout/hList1"/>
    <dgm:cxn modelId="{F302611E-1F2D-4EFA-A164-B65D3042E197}" srcId="{7FA5D800-F8B7-4806-B352-89B6A3BE26AD}" destId="{7DBE318A-DAE0-4588-9B62-2883E026A152}" srcOrd="0" destOrd="0" parTransId="{EDDA7CF1-D2A4-4EAF-A1E6-D30E217C35C7}" sibTransId="{A4DF4917-5E5C-4F72-8DA1-7BA8A0E30501}"/>
    <dgm:cxn modelId="{D5169A2F-C2F3-486D-9C7C-5D57350BAFCA}" type="presOf" srcId="{FCD4AA50-4D68-4320-B25A-9C46618A1167}" destId="{906E72AC-9D33-4D7F-8277-D6225F5EB6CF}" srcOrd="0" destOrd="2" presId="urn:microsoft.com/office/officeart/2005/8/layout/hList1"/>
    <dgm:cxn modelId="{069CA140-B068-4FB0-82A7-5073A15F4644}" type="presOf" srcId="{F3110C42-3EE7-447C-B150-C6830848A835}" destId="{40F77F08-4ADC-4961-B14A-9E263EB957A9}" srcOrd="0" destOrd="0" presId="urn:microsoft.com/office/officeart/2005/8/layout/hList1"/>
    <dgm:cxn modelId="{E26AAA54-9D64-4C0B-8281-C24C7D24E420}" type="presOf" srcId="{7013B752-4F76-44DC-BAAA-E616C47E7644}" destId="{D894DF16-2582-43BF-AB4A-2F017A52C64D}" srcOrd="0" destOrd="1" presId="urn:microsoft.com/office/officeart/2005/8/layout/hList1"/>
    <dgm:cxn modelId="{5CB33A80-5842-4658-B4E4-BF0D1C49D512}" srcId="{F3110C42-3EE7-447C-B150-C6830848A835}" destId="{2C8121E8-B088-4925-AAFB-D88EFED13D8D}" srcOrd="1" destOrd="0" parTransId="{57D56460-64D7-4299-8B08-69AF5CC6EC41}" sibTransId="{21654E4A-5D22-46C9-85DC-5BFAF347F83C}"/>
    <dgm:cxn modelId="{483DE884-CCE2-4547-9AF8-80975B6805A6}" srcId="{7FA5D800-F8B7-4806-B352-89B6A3BE26AD}" destId="{7013B752-4F76-44DC-BAAA-E616C47E7644}" srcOrd="1" destOrd="0" parTransId="{D874F447-2054-4C3A-A8F1-1EBE7DDADAEB}" sibTransId="{28F84907-1A15-45BC-BB2C-71CD718D1B1D}"/>
    <dgm:cxn modelId="{6902F797-8F1C-4D6E-8969-335446664954}" srcId="{2C8121E8-B088-4925-AAFB-D88EFED13D8D}" destId="{416D70F3-5A10-40E8-9115-262E8B6C4291}" srcOrd="0" destOrd="0" parTransId="{DA3F04DE-DA2E-4366-9EA6-0B49256344B8}" sibTransId="{B685B1B7-CF61-4ADB-8679-5B85328621C6}"/>
    <dgm:cxn modelId="{B6BB769F-D38C-43B7-A0D3-5B993325E11E}" srcId="{2C8121E8-B088-4925-AAFB-D88EFED13D8D}" destId="{FCD4AA50-4D68-4320-B25A-9C46618A1167}" srcOrd="2" destOrd="0" parTransId="{785F10CE-3ED2-41A0-9E4A-7D9F0C2C824C}" sibTransId="{0429517D-F904-4778-B3ED-BDBF8FBFA855}"/>
    <dgm:cxn modelId="{E91961A1-C8A0-4807-AF7F-56AE4C3AB592}" srcId="{F3110C42-3EE7-447C-B150-C6830848A835}" destId="{7FA5D800-F8B7-4806-B352-89B6A3BE26AD}" srcOrd="0" destOrd="0" parTransId="{17A4A297-A25D-4516-978A-E8F1ACA6F01B}" sibTransId="{6A2AE073-52AE-4C06-9DC5-C3457E71E7E7}"/>
    <dgm:cxn modelId="{CDB465AE-6CAA-4678-A6D4-053798A98669}" type="presOf" srcId="{407C2875-84ED-4B1E-83FD-C8202CCEABBC}" destId="{D894DF16-2582-43BF-AB4A-2F017A52C64D}" srcOrd="0" destOrd="2" presId="urn:microsoft.com/office/officeart/2005/8/layout/hList1"/>
    <dgm:cxn modelId="{E664CDAF-A4D1-4106-9A98-597C8B056518}" type="presOf" srcId="{2C8121E8-B088-4925-AAFB-D88EFED13D8D}" destId="{F7C1D683-B66D-40D4-B480-E5EF20104B3F}" srcOrd="0" destOrd="0" presId="urn:microsoft.com/office/officeart/2005/8/layout/hList1"/>
    <dgm:cxn modelId="{5A6549C3-D7D0-48E0-A17C-4AFA170C4C88}" srcId="{7FA5D800-F8B7-4806-B352-89B6A3BE26AD}" destId="{407C2875-84ED-4B1E-83FD-C8202CCEABBC}" srcOrd="2" destOrd="0" parTransId="{78DA7801-CC8A-4893-9A6C-B1FA231AA3E4}" sibTransId="{2668536A-783B-4F06-8A6E-3706649AF531}"/>
    <dgm:cxn modelId="{7AFF53C3-5B90-4F79-81A4-D2061754B4D5}" srcId="{2C8121E8-B088-4925-AAFB-D88EFED13D8D}" destId="{39CD0E1C-A7AA-47F5-A9BD-163EFD558554}" srcOrd="1" destOrd="0" parTransId="{BFDA54D5-933A-417A-9A2F-E36EB20D149A}" sibTransId="{720EE0C9-3857-4FFB-8A78-8E3F3F86D626}"/>
    <dgm:cxn modelId="{C65140CB-FD93-4932-89BA-C185523D9BA8}" type="presOf" srcId="{416D70F3-5A10-40E8-9115-262E8B6C4291}" destId="{906E72AC-9D33-4D7F-8277-D6225F5EB6CF}" srcOrd="0" destOrd="0" presId="urn:microsoft.com/office/officeart/2005/8/layout/hList1"/>
    <dgm:cxn modelId="{2C9A948B-2565-4CC4-BBE9-429A2A43B9BC}" type="presParOf" srcId="{40F77F08-4ADC-4961-B14A-9E263EB957A9}" destId="{A778BCCE-0882-48A3-AE7D-A3871E7490A7}" srcOrd="0" destOrd="0" presId="urn:microsoft.com/office/officeart/2005/8/layout/hList1"/>
    <dgm:cxn modelId="{9E861F2D-17A7-4FB7-9DE9-2E1C77261BEF}" type="presParOf" srcId="{A778BCCE-0882-48A3-AE7D-A3871E7490A7}" destId="{63BC5B39-17EC-4768-AE4E-13C4032C87CC}" srcOrd="0" destOrd="0" presId="urn:microsoft.com/office/officeart/2005/8/layout/hList1"/>
    <dgm:cxn modelId="{37C5F287-4841-4627-A8F1-2B185CEB718A}" type="presParOf" srcId="{A778BCCE-0882-48A3-AE7D-A3871E7490A7}" destId="{D894DF16-2582-43BF-AB4A-2F017A52C64D}" srcOrd="1" destOrd="0" presId="urn:microsoft.com/office/officeart/2005/8/layout/hList1"/>
    <dgm:cxn modelId="{49D41B22-8C33-4EA9-8C2A-8B7FEE647722}" type="presParOf" srcId="{40F77F08-4ADC-4961-B14A-9E263EB957A9}" destId="{E58FF5F2-616B-4CBB-96AB-290A55038A62}" srcOrd="1" destOrd="0" presId="urn:microsoft.com/office/officeart/2005/8/layout/hList1"/>
    <dgm:cxn modelId="{37138FD2-495C-4F83-81E4-8095110A0A48}" type="presParOf" srcId="{40F77F08-4ADC-4961-B14A-9E263EB957A9}" destId="{ABB1FE8B-A735-43BA-9337-D8417275349E}" srcOrd="2" destOrd="0" presId="urn:microsoft.com/office/officeart/2005/8/layout/hList1"/>
    <dgm:cxn modelId="{F5B28424-DFF7-4117-A3D6-268FBA603CA9}" type="presParOf" srcId="{ABB1FE8B-A735-43BA-9337-D8417275349E}" destId="{F7C1D683-B66D-40D4-B480-E5EF20104B3F}" srcOrd="0" destOrd="0" presId="urn:microsoft.com/office/officeart/2005/8/layout/hList1"/>
    <dgm:cxn modelId="{2DACAD45-95FC-4E5B-8F85-554082A083FB}" type="presParOf" srcId="{ABB1FE8B-A735-43BA-9337-D8417275349E}" destId="{906E72AC-9D33-4D7F-8277-D6225F5EB6C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3653324-F386-44AD-AFDF-45A10671EA82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F1BE38F-934B-493F-832F-381E1A586571}">
      <dgm:prSet/>
      <dgm:spPr/>
      <dgm:t>
        <a:bodyPr/>
        <a:lstStyle/>
        <a:p>
          <a:r>
            <a:rPr lang="vi-VN">
              <a:solidFill>
                <a:srgbClr val="FFFF00"/>
              </a:solidFill>
            </a:rPr>
            <a:t>Xây dựng thành công </a:t>
          </a:r>
          <a:r>
            <a:rPr lang="vi-VN"/>
            <a:t>hệ thống hỏi đáp pháp luật tiếng Việt dựa trên </a:t>
          </a:r>
          <a:r>
            <a:rPr lang="vi-VN">
              <a:solidFill>
                <a:srgbClr val="FFFF00"/>
              </a:solidFill>
            </a:rPr>
            <a:t>RAG</a:t>
          </a:r>
          <a:endParaRPr lang="en-US">
            <a:solidFill>
              <a:srgbClr val="FFFF00"/>
            </a:solidFill>
          </a:endParaRPr>
        </a:p>
      </dgm:t>
    </dgm:pt>
    <dgm:pt modelId="{384B2BE2-5237-4FD7-B157-B1BE339525FE}" type="parTrans" cxnId="{4F64AD6B-B2EA-4BAA-98CB-734D05481CDC}">
      <dgm:prSet/>
      <dgm:spPr/>
      <dgm:t>
        <a:bodyPr/>
        <a:lstStyle/>
        <a:p>
          <a:endParaRPr lang="en-US"/>
        </a:p>
      </dgm:t>
    </dgm:pt>
    <dgm:pt modelId="{E66743C3-A8E5-4463-BFCE-F06C90D72B90}" type="sibTrans" cxnId="{4F64AD6B-B2EA-4BAA-98CB-734D05481CDC}">
      <dgm:prSet/>
      <dgm:spPr/>
      <dgm:t>
        <a:bodyPr/>
        <a:lstStyle/>
        <a:p>
          <a:endParaRPr lang="en-US"/>
        </a:p>
      </dgm:t>
    </dgm:pt>
    <dgm:pt modelId="{34A7F036-05ED-4471-9BC2-84E99A609AEF}">
      <dgm:prSet/>
      <dgm:spPr/>
      <dgm:t>
        <a:bodyPr/>
        <a:lstStyle/>
        <a:p>
          <a:r>
            <a:rPr lang="vi-VN"/>
            <a:t>Áp dụng chiến lược </a:t>
          </a:r>
          <a:r>
            <a:rPr lang="vi-VN">
              <a:solidFill>
                <a:srgbClr val="FFFF00"/>
              </a:solidFill>
            </a:rPr>
            <a:t>Document-centric Retrieval</a:t>
          </a:r>
          <a:endParaRPr lang="en-US">
            <a:solidFill>
              <a:srgbClr val="FFFF00"/>
            </a:solidFill>
          </a:endParaRPr>
        </a:p>
      </dgm:t>
    </dgm:pt>
    <dgm:pt modelId="{2F7A6F7C-B1B4-45A1-90E9-E25C925CC32B}" type="parTrans" cxnId="{ED7F1AE9-AA93-404D-B153-CB13863A6314}">
      <dgm:prSet/>
      <dgm:spPr/>
      <dgm:t>
        <a:bodyPr/>
        <a:lstStyle/>
        <a:p>
          <a:endParaRPr lang="en-US"/>
        </a:p>
      </dgm:t>
    </dgm:pt>
    <dgm:pt modelId="{A3CB1CFE-D1A9-4409-A5E0-C160228DDBB5}" type="sibTrans" cxnId="{ED7F1AE9-AA93-404D-B153-CB13863A6314}">
      <dgm:prSet/>
      <dgm:spPr/>
      <dgm:t>
        <a:bodyPr/>
        <a:lstStyle/>
        <a:p>
          <a:endParaRPr lang="en-US"/>
        </a:p>
      </dgm:t>
    </dgm:pt>
    <dgm:pt modelId="{A7A0D33A-123B-4941-B313-55D90D97E79F}">
      <dgm:prSet/>
      <dgm:spPr/>
      <dgm:t>
        <a:bodyPr/>
        <a:lstStyle/>
        <a:p>
          <a:pPr algn="ctr"/>
          <a:r>
            <a:rPr lang="vi-VN">
              <a:solidFill>
                <a:srgbClr val="FFFF00"/>
              </a:solidFill>
            </a:rPr>
            <a:t>Hỗ trợ hội thoại nhiều lượt</a:t>
          </a:r>
          <a:r>
            <a:rPr lang="vi-VN"/>
            <a:t>, clarification và </a:t>
          </a:r>
          <a:r>
            <a:rPr lang="vi-VN">
              <a:solidFill>
                <a:srgbClr val="FFFF00"/>
              </a:solidFill>
            </a:rPr>
            <a:t>trích dẫn nguồn</a:t>
          </a:r>
          <a:endParaRPr lang="en-US">
            <a:solidFill>
              <a:srgbClr val="FFFF00"/>
            </a:solidFill>
          </a:endParaRPr>
        </a:p>
      </dgm:t>
    </dgm:pt>
    <dgm:pt modelId="{DDAA1AE0-5475-4643-A997-64EC27776141}" type="parTrans" cxnId="{78A32E2D-8A89-4CD0-8DEB-1CCFC8DB48BE}">
      <dgm:prSet/>
      <dgm:spPr/>
      <dgm:t>
        <a:bodyPr/>
        <a:lstStyle/>
        <a:p>
          <a:endParaRPr lang="en-US"/>
        </a:p>
      </dgm:t>
    </dgm:pt>
    <dgm:pt modelId="{1218C559-06D1-4BF8-B3A6-A91989893AC6}" type="sibTrans" cxnId="{78A32E2D-8A89-4CD0-8DEB-1CCFC8DB48BE}">
      <dgm:prSet/>
      <dgm:spPr/>
      <dgm:t>
        <a:bodyPr/>
        <a:lstStyle/>
        <a:p>
          <a:endParaRPr lang="en-US"/>
        </a:p>
      </dgm:t>
    </dgm:pt>
    <dgm:pt modelId="{2E444C87-7D95-4007-9F7F-3AE3A22184F5}">
      <dgm:prSet/>
      <dgm:spPr/>
      <dgm:t>
        <a:bodyPr/>
        <a:lstStyle/>
        <a:p>
          <a:pPr algn="ctr"/>
          <a:r>
            <a:rPr lang="vi-VN">
              <a:solidFill>
                <a:srgbClr val="FFFF00"/>
              </a:solidFill>
            </a:rPr>
            <a:t>Hiệu năng đáp ứng </a:t>
          </a:r>
          <a:r>
            <a:rPr lang="vi-VN"/>
            <a:t>yêu cầu tra cứu thực tế</a:t>
          </a:r>
          <a:endParaRPr lang="en-US"/>
        </a:p>
      </dgm:t>
    </dgm:pt>
    <dgm:pt modelId="{3E0E89B7-2036-44C7-A179-27A94DB841EE}" type="parTrans" cxnId="{F836AAE9-5E10-4FC3-A914-EB68DA1E1B8E}">
      <dgm:prSet/>
      <dgm:spPr/>
      <dgm:t>
        <a:bodyPr/>
        <a:lstStyle/>
        <a:p>
          <a:endParaRPr lang="en-US"/>
        </a:p>
      </dgm:t>
    </dgm:pt>
    <dgm:pt modelId="{F3C31D37-4F39-4239-964D-034C33A272A1}" type="sibTrans" cxnId="{F836AAE9-5E10-4FC3-A914-EB68DA1E1B8E}">
      <dgm:prSet/>
      <dgm:spPr/>
      <dgm:t>
        <a:bodyPr/>
        <a:lstStyle/>
        <a:p>
          <a:endParaRPr lang="en-US"/>
        </a:p>
      </dgm:t>
    </dgm:pt>
    <dgm:pt modelId="{D4CF8AEA-CDAF-4C89-A5B0-CBA67626AB1E}" type="pres">
      <dgm:prSet presAssocID="{03653324-F386-44AD-AFDF-45A10671EA82}" presName="Name0" presStyleCnt="0">
        <dgm:presLayoutVars>
          <dgm:dir/>
          <dgm:animLvl val="lvl"/>
          <dgm:resizeHandles val="exact"/>
        </dgm:presLayoutVars>
      </dgm:prSet>
      <dgm:spPr/>
    </dgm:pt>
    <dgm:pt modelId="{FB4E076C-C059-4B9B-8B51-70A1B9959B5E}" type="pres">
      <dgm:prSet presAssocID="{8F1BE38F-934B-493F-832F-381E1A586571}" presName="linNode" presStyleCnt="0"/>
      <dgm:spPr/>
    </dgm:pt>
    <dgm:pt modelId="{05FC5296-52F9-4697-9EF2-A7F45C4691C5}" type="pres">
      <dgm:prSet presAssocID="{8F1BE38F-934B-493F-832F-381E1A586571}" presName="parentText" presStyleLbl="node1" presStyleIdx="0" presStyleCnt="4" custScaleX="277778">
        <dgm:presLayoutVars>
          <dgm:chMax val="1"/>
          <dgm:bulletEnabled val="1"/>
        </dgm:presLayoutVars>
      </dgm:prSet>
      <dgm:spPr/>
    </dgm:pt>
    <dgm:pt modelId="{F63A9616-BC2F-44A0-A488-3086066F32A7}" type="pres">
      <dgm:prSet presAssocID="{E66743C3-A8E5-4463-BFCE-F06C90D72B90}" presName="sp" presStyleCnt="0"/>
      <dgm:spPr/>
    </dgm:pt>
    <dgm:pt modelId="{19160D03-15A7-4F7C-9792-C57FB120F24B}" type="pres">
      <dgm:prSet presAssocID="{34A7F036-05ED-4471-9BC2-84E99A609AEF}" presName="linNode" presStyleCnt="0"/>
      <dgm:spPr/>
    </dgm:pt>
    <dgm:pt modelId="{F069CCB2-7F4A-4C17-AE54-44553F001FFD}" type="pres">
      <dgm:prSet presAssocID="{34A7F036-05ED-4471-9BC2-84E99A609AEF}" presName="parentText" presStyleLbl="node1" presStyleIdx="1" presStyleCnt="4" custScaleX="277778" custLinFactNeighborX="-136">
        <dgm:presLayoutVars>
          <dgm:chMax val="1"/>
          <dgm:bulletEnabled val="1"/>
        </dgm:presLayoutVars>
      </dgm:prSet>
      <dgm:spPr/>
    </dgm:pt>
    <dgm:pt modelId="{9C5B30E2-C4BA-4635-B527-C2402964BDEF}" type="pres">
      <dgm:prSet presAssocID="{A3CB1CFE-D1A9-4409-A5E0-C160228DDBB5}" presName="sp" presStyleCnt="0"/>
      <dgm:spPr/>
    </dgm:pt>
    <dgm:pt modelId="{1E8947BD-C7E8-4458-98F9-0E079672D98F}" type="pres">
      <dgm:prSet presAssocID="{A7A0D33A-123B-4941-B313-55D90D97E79F}" presName="linNode" presStyleCnt="0"/>
      <dgm:spPr/>
    </dgm:pt>
    <dgm:pt modelId="{FE3E8EA7-27E0-435D-88E2-8C6C44F48DF0}" type="pres">
      <dgm:prSet presAssocID="{A7A0D33A-123B-4941-B313-55D90D97E79F}" presName="parentText" presStyleLbl="node1" presStyleIdx="2" presStyleCnt="4" custScaleX="277778" custLinFactNeighborX="-791" custLinFactNeighborY="1435">
        <dgm:presLayoutVars>
          <dgm:chMax val="1"/>
          <dgm:bulletEnabled val="1"/>
        </dgm:presLayoutVars>
      </dgm:prSet>
      <dgm:spPr/>
    </dgm:pt>
    <dgm:pt modelId="{1C7FC936-FA2B-4FDB-B720-69C4D3400720}" type="pres">
      <dgm:prSet presAssocID="{1218C559-06D1-4BF8-B3A6-A91989893AC6}" presName="sp" presStyleCnt="0"/>
      <dgm:spPr/>
    </dgm:pt>
    <dgm:pt modelId="{F5CD9753-53A6-4850-BFF8-02B548308929}" type="pres">
      <dgm:prSet presAssocID="{2E444C87-7D95-4007-9F7F-3AE3A22184F5}" presName="linNode" presStyleCnt="0"/>
      <dgm:spPr/>
    </dgm:pt>
    <dgm:pt modelId="{11FAE6FB-71F3-4AD7-89C9-856F0FEE6BF2}" type="pres">
      <dgm:prSet presAssocID="{2E444C87-7D95-4007-9F7F-3AE3A22184F5}" presName="parentText" presStyleLbl="node1" presStyleIdx="3" presStyleCnt="4" custScaleX="277778">
        <dgm:presLayoutVars>
          <dgm:chMax val="1"/>
          <dgm:bulletEnabled val="1"/>
        </dgm:presLayoutVars>
      </dgm:prSet>
      <dgm:spPr/>
    </dgm:pt>
  </dgm:ptLst>
  <dgm:cxnLst>
    <dgm:cxn modelId="{F35AC205-9B21-4CB7-B499-3AFCE7120399}" type="presOf" srcId="{A7A0D33A-123B-4941-B313-55D90D97E79F}" destId="{FE3E8EA7-27E0-435D-88E2-8C6C44F48DF0}" srcOrd="0" destOrd="0" presId="urn:microsoft.com/office/officeart/2005/8/layout/vList5"/>
    <dgm:cxn modelId="{7E5BE313-2A72-4769-8717-970C4CD8389A}" type="presOf" srcId="{2E444C87-7D95-4007-9F7F-3AE3A22184F5}" destId="{11FAE6FB-71F3-4AD7-89C9-856F0FEE6BF2}" srcOrd="0" destOrd="0" presId="urn:microsoft.com/office/officeart/2005/8/layout/vList5"/>
    <dgm:cxn modelId="{3E3C6B27-AF18-4EFE-A501-C01F8E194F04}" type="presOf" srcId="{8F1BE38F-934B-493F-832F-381E1A586571}" destId="{05FC5296-52F9-4697-9EF2-A7F45C4691C5}" srcOrd="0" destOrd="0" presId="urn:microsoft.com/office/officeart/2005/8/layout/vList5"/>
    <dgm:cxn modelId="{78A32E2D-8A89-4CD0-8DEB-1CCFC8DB48BE}" srcId="{03653324-F386-44AD-AFDF-45A10671EA82}" destId="{A7A0D33A-123B-4941-B313-55D90D97E79F}" srcOrd="2" destOrd="0" parTransId="{DDAA1AE0-5475-4643-A997-64EC27776141}" sibTransId="{1218C559-06D1-4BF8-B3A6-A91989893AC6}"/>
    <dgm:cxn modelId="{4F64AD6B-B2EA-4BAA-98CB-734D05481CDC}" srcId="{03653324-F386-44AD-AFDF-45A10671EA82}" destId="{8F1BE38F-934B-493F-832F-381E1A586571}" srcOrd="0" destOrd="0" parTransId="{384B2BE2-5237-4FD7-B157-B1BE339525FE}" sibTransId="{E66743C3-A8E5-4463-BFCE-F06C90D72B90}"/>
    <dgm:cxn modelId="{5795116D-569D-4D60-8768-350619D1F27B}" type="presOf" srcId="{34A7F036-05ED-4471-9BC2-84E99A609AEF}" destId="{F069CCB2-7F4A-4C17-AE54-44553F001FFD}" srcOrd="0" destOrd="0" presId="urn:microsoft.com/office/officeart/2005/8/layout/vList5"/>
    <dgm:cxn modelId="{1A6F0272-A135-4981-8AD4-A867DF3FC0F0}" type="presOf" srcId="{03653324-F386-44AD-AFDF-45A10671EA82}" destId="{D4CF8AEA-CDAF-4C89-A5B0-CBA67626AB1E}" srcOrd="0" destOrd="0" presId="urn:microsoft.com/office/officeart/2005/8/layout/vList5"/>
    <dgm:cxn modelId="{ED7F1AE9-AA93-404D-B153-CB13863A6314}" srcId="{03653324-F386-44AD-AFDF-45A10671EA82}" destId="{34A7F036-05ED-4471-9BC2-84E99A609AEF}" srcOrd="1" destOrd="0" parTransId="{2F7A6F7C-B1B4-45A1-90E9-E25C925CC32B}" sibTransId="{A3CB1CFE-D1A9-4409-A5E0-C160228DDBB5}"/>
    <dgm:cxn modelId="{F836AAE9-5E10-4FC3-A914-EB68DA1E1B8E}" srcId="{03653324-F386-44AD-AFDF-45A10671EA82}" destId="{2E444C87-7D95-4007-9F7F-3AE3A22184F5}" srcOrd="3" destOrd="0" parTransId="{3E0E89B7-2036-44C7-A179-27A94DB841EE}" sibTransId="{F3C31D37-4F39-4239-964D-034C33A272A1}"/>
    <dgm:cxn modelId="{0C387BEA-7AFD-44CC-BBA2-21B81285A729}" type="presParOf" srcId="{D4CF8AEA-CDAF-4C89-A5B0-CBA67626AB1E}" destId="{FB4E076C-C059-4B9B-8B51-70A1B9959B5E}" srcOrd="0" destOrd="0" presId="urn:microsoft.com/office/officeart/2005/8/layout/vList5"/>
    <dgm:cxn modelId="{A1EF6EFA-0EFA-481B-B4C7-8086E0F807B6}" type="presParOf" srcId="{FB4E076C-C059-4B9B-8B51-70A1B9959B5E}" destId="{05FC5296-52F9-4697-9EF2-A7F45C4691C5}" srcOrd="0" destOrd="0" presId="urn:microsoft.com/office/officeart/2005/8/layout/vList5"/>
    <dgm:cxn modelId="{07296E9E-8F2E-4F09-81A5-8DD295C1C410}" type="presParOf" srcId="{D4CF8AEA-CDAF-4C89-A5B0-CBA67626AB1E}" destId="{F63A9616-BC2F-44A0-A488-3086066F32A7}" srcOrd="1" destOrd="0" presId="urn:microsoft.com/office/officeart/2005/8/layout/vList5"/>
    <dgm:cxn modelId="{5F0DE2EE-AD4A-41BB-A48A-4856CD6F15C4}" type="presParOf" srcId="{D4CF8AEA-CDAF-4C89-A5B0-CBA67626AB1E}" destId="{19160D03-15A7-4F7C-9792-C57FB120F24B}" srcOrd="2" destOrd="0" presId="urn:microsoft.com/office/officeart/2005/8/layout/vList5"/>
    <dgm:cxn modelId="{5CBDDB0E-D2E9-42A8-AA4D-9B17808BB3CA}" type="presParOf" srcId="{19160D03-15A7-4F7C-9792-C57FB120F24B}" destId="{F069CCB2-7F4A-4C17-AE54-44553F001FFD}" srcOrd="0" destOrd="0" presId="urn:microsoft.com/office/officeart/2005/8/layout/vList5"/>
    <dgm:cxn modelId="{EAD01C08-B52E-43E2-A2F1-253FE5FFD159}" type="presParOf" srcId="{D4CF8AEA-CDAF-4C89-A5B0-CBA67626AB1E}" destId="{9C5B30E2-C4BA-4635-B527-C2402964BDEF}" srcOrd="3" destOrd="0" presId="urn:microsoft.com/office/officeart/2005/8/layout/vList5"/>
    <dgm:cxn modelId="{1286D026-E4D5-44AB-A0D1-7E830AA5E7F9}" type="presParOf" srcId="{D4CF8AEA-CDAF-4C89-A5B0-CBA67626AB1E}" destId="{1E8947BD-C7E8-4458-98F9-0E079672D98F}" srcOrd="4" destOrd="0" presId="urn:microsoft.com/office/officeart/2005/8/layout/vList5"/>
    <dgm:cxn modelId="{0B7EF9EA-EF39-496D-B90B-8D33BF7D9E0D}" type="presParOf" srcId="{1E8947BD-C7E8-4458-98F9-0E079672D98F}" destId="{FE3E8EA7-27E0-435D-88E2-8C6C44F48DF0}" srcOrd="0" destOrd="0" presId="urn:microsoft.com/office/officeart/2005/8/layout/vList5"/>
    <dgm:cxn modelId="{3BC339F7-65A7-4366-BB12-E6DA3FCC2DA0}" type="presParOf" srcId="{D4CF8AEA-CDAF-4C89-A5B0-CBA67626AB1E}" destId="{1C7FC936-FA2B-4FDB-B720-69C4D3400720}" srcOrd="5" destOrd="0" presId="urn:microsoft.com/office/officeart/2005/8/layout/vList5"/>
    <dgm:cxn modelId="{2485B6D2-2C3F-4D6F-99FF-22D2FB22307D}" type="presParOf" srcId="{D4CF8AEA-CDAF-4C89-A5B0-CBA67626AB1E}" destId="{F5CD9753-53A6-4850-BFF8-02B548308929}" srcOrd="6" destOrd="0" presId="urn:microsoft.com/office/officeart/2005/8/layout/vList5"/>
    <dgm:cxn modelId="{17407150-2291-4D2A-B47B-91E3B3A612D4}" type="presParOf" srcId="{F5CD9753-53A6-4850-BFF8-02B548308929}" destId="{11FAE6FB-71F3-4AD7-89C9-856F0FEE6BF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F472D60-D888-477B-9FAA-67E609B69835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83C33E5-63BE-4034-880A-3883C111B9BF}">
      <dgm:prSet custT="1"/>
      <dgm:spPr/>
      <dgm:t>
        <a:bodyPr/>
        <a:lstStyle/>
        <a:p>
          <a:pPr algn="ctr"/>
          <a:r>
            <a:rPr lang="vi-VN" sz="2600">
              <a:solidFill>
                <a:srgbClr val="FFFF00"/>
              </a:solidFill>
            </a:rPr>
            <a:t>Mở rộng dữ liệu </a:t>
          </a:r>
          <a:r>
            <a:rPr lang="vi-VN" sz="2600"/>
            <a:t>văn bản </a:t>
          </a:r>
          <a:r>
            <a:rPr lang="vi-VN" sz="2600">
              <a:solidFill>
                <a:srgbClr val="FFFF00"/>
              </a:solidFill>
            </a:rPr>
            <a:t>quy phạm pháp luật</a:t>
          </a:r>
          <a:endParaRPr lang="en-US" sz="2600">
            <a:solidFill>
              <a:srgbClr val="FFFF00"/>
            </a:solidFill>
          </a:endParaRPr>
        </a:p>
      </dgm:t>
    </dgm:pt>
    <dgm:pt modelId="{4DB37B7E-13B0-4E27-8785-66EBA4A7DF17}" type="parTrans" cxnId="{7E829763-A860-48FF-BE47-846B09638431}">
      <dgm:prSet/>
      <dgm:spPr/>
      <dgm:t>
        <a:bodyPr/>
        <a:lstStyle/>
        <a:p>
          <a:endParaRPr lang="en-US"/>
        </a:p>
      </dgm:t>
    </dgm:pt>
    <dgm:pt modelId="{E5A6E9AC-94E1-4701-A58E-E479444F9478}" type="sibTrans" cxnId="{7E829763-A860-48FF-BE47-846B09638431}">
      <dgm:prSet/>
      <dgm:spPr/>
      <dgm:t>
        <a:bodyPr/>
        <a:lstStyle/>
        <a:p>
          <a:endParaRPr lang="en-US"/>
        </a:p>
      </dgm:t>
    </dgm:pt>
    <dgm:pt modelId="{CAEB25D1-E249-4508-8FE7-C8CFB1C7D5F6}">
      <dgm:prSet custT="1"/>
      <dgm:spPr/>
      <dgm:t>
        <a:bodyPr/>
        <a:lstStyle/>
        <a:p>
          <a:pPr algn="ctr"/>
          <a:r>
            <a:rPr lang="vi-VN" sz="2600">
              <a:solidFill>
                <a:srgbClr val="FFFF00"/>
              </a:solidFill>
            </a:rPr>
            <a:t>Fine-tune embedding </a:t>
          </a:r>
          <a:r>
            <a:rPr lang="vi-VN" sz="2600"/>
            <a:t>cho miền </a:t>
          </a:r>
          <a:r>
            <a:rPr lang="vi-VN" sz="2600">
              <a:solidFill>
                <a:srgbClr val="FFFF00"/>
              </a:solidFill>
            </a:rPr>
            <a:t>pháp luật Việt Nam</a:t>
          </a:r>
          <a:endParaRPr lang="en-US" sz="2600">
            <a:solidFill>
              <a:srgbClr val="FFFF00"/>
            </a:solidFill>
          </a:endParaRPr>
        </a:p>
      </dgm:t>
    </dgm:pt>
    <dgm:pt modelId="{25F30A53-2698-40E1-BD11-3F75F26612A2}" type="parTrans" cxnId="{05E720FD-CBCB-4C40-B1BD-0EDF879D01D8}">
      <dgm:prSet/>
      <dgm:spPr/>
      <dgm:t>
        <a:bodyPr/>
        <a:lstStyle/>
        <a:p>
          <a:endParaRPr lang="en-US"/>
        </a:p>
      </dgm:t>
    </dgm:pt>
    <dgm:pt modelId="{3DE866D4-8B95-4CF7-A3DC-4D61580452B1}" type="sibTrans" cxnId="{05E720FD-CBCB-4C40-B1BD-0EDF879D01D8}">
      <dgm:prSet/>
      <dgm:spPr/>
      <dgm:t>
        <a:bodyPr/>
        <a:lstStyle/>
        <a:p>
          <a:endParaRPr lang="en-US"/>
        </a:p>
      </dgm:t>
    </dgm:pt>
    <dgm:pt modelId="{18B785E6-32FA-4EAD-AA41-097A40D996B7}">
      <dgm:prSet custT="1"/>
      <dgm:spPr/>
      <dgm:t>
        <a:bodyPr/>
        <a:lstStyle/>
        <a:p>
          <a:pPr algn="ctr"/>
          <a:r>
            <a:rPr lang="vi-VN" sz="3700"/>
            <a:t> </a:t>
          </a:r>
          <a:r>
            <a:rPr lang="vi-VN" sz="2600">
              <a:solidFill>
                <a:srgbClr val="FFFF00"/>
              </a:solidFill>
            </a:rPr>
            <a:t>Tối ưu reranking </a:t>
          </a:r>
          <a:r>
            <a:rPr lang="vi-VN" sz="2600"/>
            <a:t>để </a:t>
          </a:r>
          <a:r>
            <a:rPr lang="vi-VN" sz="2600">
              <a:solidFill>
                <a:srgbClr val="FFFF00"/>
              </a:solidFill>
            </a:rPr>
            <a:t>giảm độ trễ</a:t>
          </a:r>
          <a:endParaRPr lang="en-US" sz="2600">
            <a:solidFill>
              <a:srgbClr val="FFFF00"/>
            </a:solidFill>
          </a:endParaRPr>
        </a:p>
      </dgm:t>
    </dgm:pt>
    <dgm:pt modelId="{301C5E08-2590-44D8-832D-2BCDB2804388}" type="parTrans" cxnId="{70E82C05-8499-42BA-A1F8-98FEFEFF305F}">
      <dgm:prSet/>
      <dgm:spPr/>
      <dgm:t>
        <a:bodyPr/>
        <a:lstStyle/>
        <a:p>
          <a:endParaRPr lang="en-US"/>
        </a:p>
      </dgm:t>
    </dgm:pt>
    <dgm:pt modelId="{6E52AFAA-31AE-4F59-AC07-C83DF8AC5C11}" type="sibTrans" cxnId="{70E82C05-8499-42BA-A1F8-98FEFEFF305F}">
      <dgm:prSet/>
      <dgm:spPr/>
      <dgm:t>
        <a:bodyPr/>
        <a:lstStyle/>
        <a:p>
          <a:endParaRPr lang="en-US"/>
        </a:p>
      </dgm:t>
    </dgm:pt>
    <dgm:pt modelId="{F0A3EC0A-3835-45C9-B9CC-E19ED9938AE5}">
      <dgm:prSet custT="1"/>
      <dgm:spPr/>
      <dgm:t>
        <a:bodyPr/>
        <a:lstStyle/>
        <a:p>
          <a:pPr algn="ctr"/>
          <a:r>
            <a:rPr lang="vi-VN" sz="2600">
              <a:solidFill>
                <a:srgbClr val="FFFF00"/>
              </a:solidFill>
            </a:rPr>
            <a:t>Triển khai </a:t>
          </a:r>
          <a:r>
            <a:rPr lang="vi-VN" sz="2600"/>
            <a:t>trên môi trường </a:t>
          </a:r>
          <a:r>
            <a:rPr lang="vi-VN" sz="2600">
              <a:solidFill>
                <a:srgbClr val="FFFF00"/>
              </a:solidFill>
            </a:rPr>
            <a:t>local/kiosk</a:t>
          </a:r>
          <a:endParaRPr lang="en-US" sz="2600">
            <a:solidFill>
              <a:srgbClr val="FFFF00"/>
            </a:solidFill>
          </a:endParaRPr>
        </a:p>
      </dgm:t>
    </dgm:pt>
    <dgm:pt modelId="{C56F7261-5567-4F56-964A-51265581D2DB}" type="parTrans" cxnId="{318E81BE-A73B-441E-83BF-270DD67C0D44}">
      <dgm:prSet/>
      <dgm:spPr/>
      <dgm:t>
        <a:bodyPr/>
        <a:lstStyle/>
        <a:p>
          <a:endParaRPr lang="en-US"/>
        </a:p>
      </dgm:t>
    </dgm:pt>
    <dgm:pt modelId="{ED4E790E-21C7-48E4-81B9-5567067E8754}" type="sibTrans" cxnId="{318E81BE-A73B-441E-83BF-270DD67C0D44}">
      <dgm:prSet/>
      <dgm:spPr/>
      <dgm:t>
        <a:bodyPr/>
        <a:lstStyle/>
        <a:p>
          <a:endParaRPr lang="en-US"/>
        </a:p>
      </dgm:t>
    </dgm:pt>
    <dgm:pt modelId="{FC0446C0-2D0C-4553-821D-F6AC0C3D64B7}" type="pres">
      <dgm:prSet presAssocID="{FF472D60-D888-477B-9FAA-67E609B69835}" presName="Name0" presStyleCnt="0">
        <dgm:presLayoutVars>
          <dgm:dir/>
          <dgm:animLvl val="lvl"/>
          <dgm:resizeHandles val="exact"/>
        </dgm:presLayoutVars>
      </dgm:prSet>
      <dgm:spPr/>
    </dgm:pt>
    <dgm:pt modelId="{C6C7604B-C1EE-4A6C-8DA6-EC3F40628A48}" type="pres">
      <dgm:prSet presAssocID="{283C33E5-63BE-4034-880A-3883C111B9BF}" presName="linNode" presStyleCnt="0"/>
      <dgm:spPr/>
    </dgm:pt>
    <dgm:pt modelId="{DFC38CE1-C361-4AF0-BF86-5E37D3DE7A15}" type="pres">
      <dgm:prSet presAssocID="{283C33E5-63BE-4034-880A-3883C111B9BF}" presName="parentText" presStyleLbl="node1" presStyleIdx="0" presStyleCnt="4" custScaleX="277778" custScaleY="128594">
        <dgm:presLayoutVars>
          <dgm:chMax val="1"/>
          <dgm:bulletEnabled val="1"/>
        </dgm:presLayoutVars>
      </dgm:prSet>
      <dgm:spPr/>
    </dgm:pt>
    <dgm:pt modelId="{05E15A2B-4458-410D-A2D1-D20907D21721}" type="pres">
      <dgm:prSet presAssocID="{E5A6E9AC-94E1-4701-A58E-E479444F9478}" presName="sp" presStyleCnt="0"/>
      <dgm:spPr/>
    </dgm:pt>
    <dgm:pt modelId="{BCD13755-92E3-4B74-9C6A-F4B8EC33801E}" type="pres">
      <dgm:prSet presAssocID="{CAEB25D1-E249-4508-8FE7-C8CFB1C7D5F6}" presName="linNode" presStyleCnt="0"/>
      <dgm:spPr/>
    </dgm:pt>
    <dgm:pt modelId="{D9694EFD-B245-4BD5-9AEB-A5DA3CDEE965}" type="pres">
      <dgm:prSet presAssocID="{CAEB25D1-E249-4508-8FE7-C8CFB1C7D5F6}" presName="parentText" presStyleLbl="node1" presStyleIdx="1" presStyleCnt="4" custScaleX="277778" custScaleY="97701">
        <dgm:presLayoutVars>
          <dgm:chMax val="1"/>
          <dgm:bulletEnabled val="1"/>
        </dgm:presLayoutVars>
      </dgm:prSet>
      <dgm:spPr/>
    </dgm:pt>
    <dgm:pt modelId="{37C7D6D1-FE5F-489A-87EC-816F4A00BA55}" type="pres">
      <dgm:prSet presAssocID="{3DE866D4-8B95-4CF7-A3DC-4D61580452B1}" presName="sp" presStyleCnt="0"/>
      <dgm:spPr/>
    </dgm:pt>
    <dgm:pt modelId="{1A7021F6-D68F-4922-A784-AAB7A122EF85}" type="pres">
      <dgm:prSet presAssocID="{18B785E6-32FA-4EAD-AA41-097A40D996B7}" presName="linNode" presStyleCnt="0"/>
      <dgm:spPr/>
    </dgm:pt>
    <dgm:pt modelId="{9BEEB0E6-0662-48C4-B14F-FED42C67BADB}" type="pres">
      <dgm:prSet presAssocID="{18B785E6-32FA-4EAD-AA41-097A40D996B7}" presName="parentText" presStyleLbl="node1" presStyleIdx="2" presStyleCnt="4" custScaleX="277778" custScaleY="112106">
        <dgm:presLayoutVars>
          <dgm:chMax val="1"/>
          <dgm:bulletEnabled val="1"/>
        </dgm:presLayoutVars>
      </dgm:prSet>
      <dgm:spPr/>
    </dgm:pt>
    <dgm:pt modelId="{AA313CB2-A170-43BB-BB58-160E54DF90CB}" type="pres">
      <dgm:prSet presAssocID="{6E52AFAA-31AE-4F59-AC07-C83DF8AC5C11}" presName="sp" presStyleCnt="0"/>
      <dgm:spPr/>
    </dgm:pt>
    <dgm:pt modelId="{AAF0939A-51EC-4B25-83AD-C00886617DDC}" type="pres">
      <dgm:prSet presAssocID="{F0A3EC0A-3835-45C9-B9CC-E19ED9938AE5}" presName="linNode" presStyleCnt="0"/>
      <dgm:spPr/>
    </dgm:pt>
    <dgm:pt modelId="{E0C286D2-451C-4536-A619-7B002D43C439}" type="pres">
      <dgm:prSet presAssocID="{F0A3EC0A-3835-45C9-B9CC-E19ED9938AE5}" presName="parentText" presStyleLbl="node1" presStyleIdx="3" presStyleCnt="4" custScaleX="277778" custScaleY="123613" custLinFactNeighborY="208">
        <dgm:presLayoutVars>
          <dgm:chMax val="1"/>
          <dgm:bulletEnabled val="1"/>
        </dgm:presLayoutVars>
      </dgm:prSet>
      <dgm:spPr/>
    </dgm:pt>
  </dgm:ptLst>
  <dgm:cxnLst>
    <dgm:cxn modelId="{70E82C05-8499-42BA-A1F8-98FEFEFF305F}" srcId="{FF472D60-D888-477B-9FAA-67E609B69835}" destId="{18B785E6-32FA-4EAD-AA41-097A40D996B7}" srcOrd="2" destOrd="0" parTransId="{301C5E08-2590-44D8-832D-2BCDB2804388}" sibTransId="{6E52AFAA-31AE-4F59-AC07-C83DF8AC5C11}"/>
    <dgm:cxn modelId="{7113B25D-4EC8-4FE9-AF1C-179813DF078D}" type="presOf" srcId="{CAEB25D1-E249-4508-8FE7-C8CFB1C7D5F6}" destId="{D9694EFD-B245-4BD5-9AEB-A5DA3CDEE965}" srcOrd="0" destOrd="0" presId="urn:microsoft.com/office/officeart/2005/8/layout/vList5"/>
    <dgm:cxn modelId="{7E829763-A860-48FF-BE47-846B09638431}" srcId="{FF472D60-D888-477B-9FAA-67E609B69835}" destId="{283C33E5-63BE-4034-880A-3883C111B9BF}" srcOrd="0" destOrd="0" parTransId="{4DB37B7E-13B0-4E27-8785-66EBA4A7DF17}" sibTransId="{E5A6E9AC-94E1-4701-A58E-E479444F9478}"/>
    <dgm:cxn modelId="{61F8C982-D511-456E-86B9-8B2BCB5BAB83}" type="presOf" srcId="{18B785E6-32FA-4EAD-AA41-097A40D996B7}" destId="{9BEEB0E6-0662-48C4-B14F-FED42C67BADB}" srcOrd="0" destOrd="0" presId="urn:microsoft.com/office/officeart/2005/8/layout/vList5"/>
    <dgm:cxn modelId="{502A75B6-774C-4876-AB77-3814287849B7}" type="presOf" srcId="{F0A3EC0A-3835-45C9-B9CC-E19ED9938AE5}" destId="{E0C286D2-451C-4536-A619-7B002D43C439}" srcOrd="0" destOrd="0" presId="urn:microsoft.com/office/officeart/2005/8/layout/vList5"/>
    <dgm:cxn modelId="{F29EE7BB-B57A-4928-B6FA-BA72AC665DDF}" type="presOf" srcId="{FF472D60-D888-477B-9FAA-67E609B69835}" destId="{FC0446C0-2D0C-4553-821D-F6AC0C3D64B7}" srcOrd="0" destOrd="0" presId="urn:microsoft.com/office/officeart/2005/8/layout/vList5"/>
    <dgm:cxn modelId="{318E81BE-A73B-441E-83BF-270DD67C0D44}" srcId="{FF472D60-D888-477B-9FAA-67E609B69835}" destId="{F0A3EC0A-3835-45C9-B9CC-E19ED9938AE5}" srcOrd="3" destOrd="0" parTransId="{C56F7261-5567-4F56-964A-51265581D2DB}" sibTransId="{ED4E790E-21C7-48E4-81B9-5567067E8754}"/>
    <dgm:cxn modelId="{2E1547E4-6C4B-48AF-A559-CC5DC2CEE240}" type="presOf" srcId="{283C33E5-63BE-4034-880A-3883C111B9BF}" destId="{DFC38CE1-C361-4AF0-BF86-5E37D3DE7A15}" srcOrd="0" destOrd="0" presId="urn:microsoft.com/office/officeart/2005/8/layout/vList5"/>
    <dgm:cxn modelId="{05E720FD-CBCB-4C40-B1BD-0EDF879D01D8}" srcId="{FF472D60-D888-477B-9FAA-67E609B69835}" destId="{CAEB25D1-E249-4508-8FE7-C8CFB1C7D5F6}" srcOrd="1" destOrd="0" parTransId="{25F30A53-2698-40E1-BD11-3F75F26612A2}" sibTransId="{3DE866D4-8B95-4CF7-A3DC-4D61580452B1}"/>
    <dgm:cxn modelId="{EF012499-9CA7-42FA-8875-86218701EB7A}" type="presParOf" srcId="{FC0446C0-2D0C-4553-821D-F6AC0C3D64B7}" destId="{C6C7604B-C1EE-4A6C-8DA6-EC3F40628A48}" srcOrd="0" destOrd="0" presId="urn:microsoft.com/office/officeart/2005/8/layout/vList5"/>
    <dgm:cxn modelId="{D15DACD8-440A-4C84-AE6A-B4B7B2D6D94F}" type="presParOf" srcId="{C6C7604B-C1EE-4A6C-8DA6-EC3F40628A48}" destId="{DFC38CE1-C361-4AF0-BF86-5E37D3DE7A15}" srcOrd="0" destOrd="0" presId="urn:microsoft.com/office/officeart/2005/8/layout/vList5"/>
    <dgm:cxn modelId="{E53DF2CE-7A3B-4555-A817-1D17CFA07643}" type="presParOf" srcId="{FC0446C0-2D0C-4553-821D-F6AC0C3D64B7}" destId="{05E15A2B-4458-410D-A2D1-D20907D21721}" srcOrd="1" destOrd="0" presId="urn:microsoft.com/office/officeart/2005/8/layout/vList5"/>
    <dgm:cxn modelId="{601BEDBD-2B48-49AB-B832-D041D2FB3FC8}" type="presParOf" srcId="{FC0446C0-2D0C-4553-821D-F6AC0C3D64B7}" destId="{BCD13755-92E3-4B74-9C6A-F4B8EC33801E}" srcOrd="2" destOrd="0" presId="urn:microsoft.com/office/officeart/2005/8/layout/vList5"/>
    <dgm:cxn modelId="{7F232C31-29B8-4526-9A7A-858D0881E5B9}" type="presParOf" srcId="{BCD13755-92E3-4B74-9C6A-F4B8EC33801E}" destId="{D9694EFD-B245-4BD5-9AEB-A5DA3CDEE965}" srcOrd="0" destOrd="0" presId="urn:microsoft.com/office/officeart/2005/8/layout/vList5"/>
    <dgm:cxn modelId="{8C3E59A5-2910-4235-99B7-27E7D4A87275}" type="presParOf" srcId="{FC0446C0-2D0C-4553-821D-F6AC0C3D64B7}" destId="{37C7D6D1-FE5F-489A-87EC-816F4A00BA55}" srcOrd="3" destOrd="0" presId="urn:microsoft.com/office/officeart/2005/8/layout/vList5"/>
    <dgm:cxn modelId="{DC58D215-2FB6-4EFC-8100-37B29E89A9C2}" type="presParOf" srcId="{FC0446C0-2D0C-4553-821D-F6AC0C3D64B7}" destId="{1A7021F6-D68F-4922-A784-AAB7A122EF85}" srcOrd="4" destOrd="0" presId="urn:microsoft.com/office/officeart/2005/8/layout/vList5"/>
    <dgm:cxn modelId="{33999995-6327-49FB-BE85-A6BF2E1BDC67}" type="presParOf" srcId="{1A7021F6-D68F-4922-A784-AAB7A122EF85}" destId="{9BEEB0E6-0662-48C4-B14F-FED42C67BADB}" srcOrd="0" destOrd="0" presId="urn:microsoft.com/office/officeart/2005/8/layout/vList5"/>
    <dgm:cxn modelId="{EF5428E2-813F-4DC0-B04E-AF63D27B472B}" type="presParOf" srcId="{FC0446C0-2D0C-4553-821D-F6AC0C3D64B7}" destId="{AA313CB2-A170-43BB-BB58-160E54DF90CB}" srcOrd="5" destOrd="0" presId="urn:microsoft.com/office/officeart/2005/8/layout/vList5"/>
    <dgm:cxn modelId="{9C2BB681-5618-452D-AF5F-0C71DC2A96C1}" type="presParOf" srcId="{FC0446C0-2D0C-4553-821D-F6AC0C3D64B7}" destId="{AAF0939A-51EC-4B25-83AD-C00886617DDC}" srcOrd="6" destOrd="0" presId="urn:microsoft.com/office/officeart/2005/8/layout/vList5"/>
    <dgm:cxn modelId="{7DC77B38-C7AC-46D9-B8BE-406C1EA64229}" type="presParOf" srcId="{AAF0939A-51EC-4B25-83AD-C00886617DDC}" destId="{E0C286D2-451C-4536-A619-7B002D43C43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AA7FF-E2EF-4A5C-8A6C-39967C3D42F6}">
      <dsp:nvSpPr>
        <dsp:cNvPr id="0" name=""/>
        <dsp:cNvSpPr/>
      </dsp:nvSpPr>
      <dsp:spPr>
        <a:xfrm rot="5400000">
          <a:off x="5726625" y="-3114153"/>
          <a:ext cx="782847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vi-VN" sz="29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Đặt vấn đề</a:t>
          </a:r>
          <a:endParaRPr lang="en-US" sz="2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83653" y="67034"/>
        <a:ext cx="7030578" cy="706417"/>
      </dsp:txXfrm>
    </dsp:sp>
    <dsp:sp modelId="{878CFC51-EF2C-4ABC-AC3F-C0001287C09A}">
      <dsp:nvSpPr>
        <dsp:cNvPr id="0" name=""/>
        <dsp:cNvSpPr/>
      </dsp:nvSpPr>
      <dsp:spPr>
        <a:xfrm>
          <a:off x="1392543" y="656"/>
          <a:ext cx="1191109" cy="83917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1</a:t>
          </a:r>
          <a:r>
            <a:rPr lang="vi-VN" sz="3900" kern="1200"/>
            <a:t>.</a:t>
          </a:r>
          <a:endParaRPr lang="en-US" sz="3900" kern="1200"/>
        </a:p>
      </dsp:txBody>
      <dsp:txXfrm>
        <a:off x="1433508" y="41621"/>
        <a:ext cx="1109179" cy="757243"/>
      </dsp:txXfrm>
    </dsp:sp>
    <dsp:sp modelId="{554AA11A-6849-414D-9A9E-F324DA443212}">
      <dsp:nvSpPr>
        <dsp:cNvPr id="0" name=""/>
        <dsp:cNvSpPr/>
      </dsp:nvSpPr>
      <dsp:spPr>
        <a:xfrm rot="5400000">
          <a:off x="5726625" y="-2246811"/>
          <a:ext cx="782847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9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Giải pháp đề xuất</a:t>
          </a:r>
          <a:endParaRPr lang="en-US" sz="2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83653" y="934376"/>
        <a:ext cx="7030578" cy="706417"/>
      </dsp:txXfrm>
    </dsp:sp>
    <dsp:sp modelId="{B6D58A57-108C-432F-BCBE-ADAAC4812B42}">
      <dsp:nvSpPr>
        <dsp:cNvPr id="0" name=""/>
        <dsp:cNvSpPr/>
      </dsp:nvSpPr>
      <dsp:spPr>
        <a:xfrm>
          <a:off x="1392543" y="888758"/>
          <a:ext cx="1191109" cy="79765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2.</a:t>
          </a:r>
          <a:endParaRPr lang="en-US" sz="2600" kern="1200"/>
        </a:p>
      </dsp:txBody>
      <dsp:txXfrm>
        <a:off x="1431481" y="927696"/>
        <a:ext cx="1113233" cy="719777"/>
      </dsp:txXfrm>
    </dsp:sp>
    <dsp:sp modelId="{D22D94FF-AAA8-40C9-B822-9FB873BB820F}">
      <dsp:nvSpPr>
        <dsp:cNvPr id="0" name=""/>
        <dsp:cNvSpPr/>
      </dsp:nvSpPr>
      <dsp:spPr>
        <a:xfrm rot="5400000">
          <a:off x="5726625" y="-1407315"/>
          <a:ext cx="782847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 Hiện thực hóa hệ thống</a:t>
          </a:r>
          <a:endParaRPr lang="en-US" sz="2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83653" y="1773872"/>
        <a:ext cx="7030578" cy="706417"/>
      </dsp:txXfrm>
    </dsp:sp>
    <dsp:sp modelId="{4B3C770F-D2AE-43FE-9C67-6916341107AB}">
      <dsp:nvSpPr>
        <dsp:cNvPr id="0" name=""/>
        <dsp:cNvSpPr/>
      </dsp:nvSpPr>
      <dsp:spPr>
        <a:xfrm>
          <a:off x="1392543" y="1735339"/>
          <a:ext cx="1191109" cy="78348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3.</a:t>
          </a:r>
          <a:endParaRPr lang="en-US" sz="2600" kern="1200"/>
        </a:p>
      </dsp:txBody>
      <dsp:txXfrm>
        <a:off x="1430789" y="1773585"/>
        <a:ext cx="1114617" cy="706991"/>
      </dsp:txXfrm>
    </dsp:sp>
    <dsp:sp modelId="{317F480A-8C33-40F9-9F77-C7CC13E17C89}">
      <dsp:nvSpPr>
        <dsp:cNvPr id="0" name=""/>
        <dsp:cNvSpPr/>
      </dsp:nvSpPr>
      <dsp:spPr>
        <a:xfrm rot="5400000">
          <a:off x="5725830" y="-575221"/>
          <a:ext cx="782847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Kết quả và đánh giá</a:t>
          </a:r>
          <a:endParaRPr lang="en-US" sz="2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82858" y="2605966"/>
        <a:ext cx="7030578" cy="706417"/>
      </dsp:txXfrm>
    </dsp:sp>
    <dsp:sp modelId="{D3C3D0CC-92EA-46A0-84EB-37F73817F3B9}">
      <dsp:nvSpPr>
        <dsp:cNvPr id="0" name=""/>
        <dsp:cNvSpPr/>
      </dsp:nvSpPr>
      <dsp:spPr>
        <a:xfrm>
          <a:off x="1392543" y="2572242"/>
          <a:ext cx="1190314" cy="77386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4. </a:t>
          </a:r>
          <a:endParaRPr lang="en-US" sz="2600" kern="1200"/>
        </a:p>
      </dsp:txBody>
      <dsp:txXfrm>
        <a:off x="1430320" y="2610019"/>
        <a:ext cx="1114760" cy="698310"/>
      </dsp:txXfrm>
    </dsp:sp>
    <dsp:sp modelId="{DEC6C39A-A127-4485-81F4-BF2F323C2A77}">
      <dsp:nvSpPr>
        <dsp:cNvPr id="0" name=""/>
        <dsp:cNvSpPr/>
      </dsp:nvSpPr>
      <dsp:spPr>
        <a:xfrm rot="5400000">
          <a:off x="5609966" y="358751"/>
          <a:ext cx="960381" cy="706189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Kết luận và hướng phát triển</a:t>
          </a:r>
          <a:endParaRPr lang="en-US" sz="2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59212" y="3456387"/>
        <a:ext cx="7015008" cy="866617"/>
      </dsp:txXfrm>
    </dsp:sp>
    <dsp:sp modelId="{94F87D9D-C374-480F-A9D5-6BAE9E1D24D7}">
      <dsp:nvSpPr>
        <dsp:cNvPr id="0" name=""/>
        <dsp:cNvSpPr/>
      </dsp:nvSpPr>
      <dsp:spPr>
        <a:xfrm>
          <a:off x="1430253" y="3400183"/>
          <a:ext cx="1166668" cy="980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5. </a:t>
          </a:r>
          <a:endParaRPr lang="en-US" sz="2600" kern="1200"/>
        </a:p>
      </dsp:txBody>
      <dsp:txXfrm>
        <a:off x="1478109" y="3448039"/>
        <a:ext cx="1070956" cy="8846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456BC3-3D31-4508-90EF-1116974015CB}">
      <dsp:nvSpPr>
        <dsp:cNvPr id="0" name=""/>
        <dsp:cNvSpPr/>
      </dsp:nvSpPr>
      <dsp:spPr>
        <a:xfrm>
          <a:off x="0" y="1"/>
          <a:ext cx="8886874" cy="10038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Văn bản pháp luật và thủ tục hành chính ngày càng nhiều, nội dung </a:t>
          </a:r>
          <a:r>
            <a:rPr lang="vi-VN" sz="2600" kern="1200">
              <a:solidFill>
                <a:srgbClr val="FFFF00"/>
              </a:solidFill>
            </a:rPr>
            <a:t>dài</a:t>
          </a:r>
          <a:r>
            <a:rPr lang="vi-VN" sz="2600" kern="1200"/>
            <a:t> và </a:t>
          </a:r>
          <a:r>
            <a:rPr lang="vi-VN" sz="2600" kern="1200">
              <a:solidFill>
                <a:srgbClr val="FFFF00"/>
              </a:solidFill>
            </a:rPr>
            <a:t>phức tạp</a:t>
          </a:r>
          <a:endParaRPr lang="en-US" sz="2600" kern="1200">
            <a:solidFill>
              <a:srgbClr val="FFFF00"/>
            </a:solidFill>
          </a:endParaRPr>
        </a:p>
      </dsp:txBody>
      <dsp:txXfrm>
        <a:off x="49004" y="49005"/>
        <a:ext cx="8788866" cy="905852"/>
      </dsp:txXfrm>
    </dsp:sp>
    <dsp:sp modelId="{76945E8F-1974-4762-9C06-4563595EB150}">
      <dsp:nvSpPr>
        <dsp:cNvPr id="0" name=""/>
        <dsp:cNvSpPr/>
      </dsp:nvSpPr>
      <dsp:spPr>
        <a:xfrm>
          <a:off x="0" y="1110633"/>
          <a:ext cx="8886874" cy="10038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Người dân </a:t>
          </a:r>
          <a:r>
            <a:rPr lang="vi-VN" sz="2600" kern="1200">
              <a:solidFill>
                <a:srgbClr val="FFFF00"/>
              </a:solidFill>
            </a:rPr>
            <a:t>khó xác định đúng </a:t>
          </a:r>
          <a:r>
            <a:rPr lang="vi-VN" sz="2600" kern="1200"/>
            <a:t>văn bản áp dụng cho trường hợp cụ thể</a:t>
          </a:r>
          <a:endParaRPr lang="en-US" sz="2600" kern="1200"/>
        </a:p>
      </dsp:txBody>
      <dsp:txXfrm>
        <a:off x="49004" y="1159637"/>
        <a:ext cx="8788866" cy="905852"/>
      </dsp:txXfrm>
    </dsp:sp>
    <dsp:sp modelId="{6ECC9D67-1E04-4027-B2D4-7A1CDF3B2167}">
      <dsp:nvSpPr>
        <dsp:cNvPr id="0" name=""/>
        <dsp:cNvSpPr/>
      </dsp:nvSpPr>
      <dsp:spPr>
        <a:xfrm>
          <a:off x="0" y="2189374"/>
          <a:ext cx="8886874" cy="10038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Tra cứu truyền thống dựa trên từ khóa cho ra </a:t>
          </a:r>
          <a:r>
            <a:rPr lang="vi-VN" sz="2600" kern="1200">
              <a:solidFill>
                <a:srgbClr val="FFFF00"/>
              </a:solidFill>
            </a:rPr>
            <a:t>nhiều kết quả, tốn thời gian </a:t>
          </a:r>
          <a:r>
            <a:rPr lang="vi-VN" sz="2600" kern="1200"/>
            <a:t>đọc</a:t>
          </a:r>
          <a:endParaRPr lang="en-US" sz="2600" kern="1200"/>
        </a:p>
      </dsp:txBody>
      <dsp:txXfrm>
        <a:off x="49004" y="2238378"/>
        <a:ext cx="8788866" cy="905852"/>
      </dsp:txXfrm>
    </dsp:sp>
    <dsp:sp modelId="{07984677-3E4D-4AD4-99E6-2DF35E91BDB7}">
      <dsp:nvSpPr>
        <dsp:cNvPr id="0" name=""/>
        <dsp:cNvSpPr/>
      </dsp:nvSpPr>
      <dsp:spPr>
        <a:xfrm>
          <a:off x="0" y="3268114"/>
          <a:ext cx="8886874" cy="10038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Cần một công cụ hỗ trợ </a:t>
          </a:r>
          <a:r>
            <a:rPr lang="vi-VN" sz="2600" kern="1200">
              <a:solidFill>
                <a:srgbClr val="FFFF00"/>
              </a:solidFill>
            </a:rPr>
            <a:t>tra cứu chính xác </a:t>
          </a:r>
          <a:r>
            <a:rPr lang="vi-VN" sz="2600" kern="1200"/>
            <a:t>và dễ sử dụng</a:t>
          </a:r>
          <a:endParaRPr lang="en-US" sz="2600" kern="1200"/>
        </a:p>
      </dsp:txBody>
      <dsp:txXfrm>
        <a:off x="49004" y="3317118"/>
        <a:ext cx="8788866" cy="9058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6096C-F861-4F48-A20F-69C3F2DA00A7}">
      <dsp:nvSpPr>
        <dsp:cNvPr id="0" name=""/>
        <dsp:cNvSpPr/>
      </dsp:nvSpPr>
      <dsp:spPr>
        <a:xfrm>
          <a:off x="36" y="67144"/>
          <a:ext cx="3463934" cy="138557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900" kern="1200"/>
            <a:t> </a:t>
          </a:r>
          <a:r>
            <a:rPr lang="vi-VN" sz="2600" kern="1200" err="1">
              <a:latin typeface="+mn-lt"/>
            </a:rPr>
            <a:t>Keyword</a:t>
          </a:r>
          <a:r>
            <a:rPr lang="vi-VN" sz="2600" kern="1200">
              <a:latin typeface="+mn-lt"/>
            </a:rPr>
            <a:t> </a:t>
          </a:r>
          <a:r>
            <a:rPr lang="vi-VN" sz="2600" kern="1200" err="1">
              <a:latin typeface="+mn-lt"/>
            </a:rPr>
            <a:t>Search</a:t>
          </a:r>
          <a:endParaRPr lang="en-US" sz="2600" kern="1200">
            <a:latin typeface="+mn-lt"/>
          </a:endParaRPr>
        </a:p>
      </dsp:txBody>
      <dsp:txXfrm>
        <a:off x="36" y="67144"/>
        <a:ext cx="3463934" cy="1385573"/>
      </dsp:txXfrm>
    </dsp:sp>
    <dsp:sp modelId="{16F5B22D-2327-4A46-AAAF-13FFDE35C6F8}">
      <dsp:nvSpPr>
        <dsp:cNvPr id="0" name=""/>
        <dsp:cNvSpPr/>
      </dsp:nvSpPr>
      <dsp:spPr>
        <a:xfrm>
          <a:off x="1" y="1429508"/>
          <a:ext cx="3463934" cy="285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– Nhanh, chính xác theo từ khóa</a:t>
          </a:r>
          <a:endParaRPr lang="en-US" sz="2600" kern="120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– Trả về quá nhiều kết quả, cần đọc thủ</a:t>
          </a:r>
          <a:r>
            <a:rPr lang="en-US" sz="26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công</a:t>
          </a:r>
          <a:endParaRPr lang="en-US" sz="2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" y="1429508"/>
        <a:ext cx="3463934" cy="2854800"/>
      </dsp:txXfrm>
    </dsp:sp>
    <dsp:sp modelId="{44FDF00B-F2E0-4FBA-BA0C-57F18057DBEB}">
      <dsp:nvSpPr>
        <dsp:cNvPr id="0" name=""/>
        <dsp:cNvSpPr/>
      </dsp:nvSpPr>
      <dsp:spPr>
        <a:xfrm>
          <a:off x="3948921" y="67144"/>
          <a:ext cx="3463934" cy="138557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rial" panose="020B0604020202020204" pitchFamily="34" charset="0"/>
              <a:cs typeface="Arial" panose="020B0604020202020204" pitchFamily="34" charset="0"/>
            </a:rPr>
            <a:t>LLM thuần (ChatGPT, Gemini)</a:t>
          </a:r>
        </a:p>
      </dsp:txBody>
      <dsp:txXfrm>
        <a:off x="3948921" y="67144"/>
        <a:ext cx="3463934" cy="1385573"/>
      </dsp:txXfrm>
    </dsp:sp>
    <dsp:sp modelId="{B025F8A3-C24A-4DAF-888B-87A367AC2027}">
      <dsp:nvSpPr>
        <dsp:cNvPr id="0" name=""/>
        <dsp:cNvSpPr/>
      </dsp:nvSpPr>
      <dsp:spPr>
        <a:xfrm>
          <a:off x="3948957" y="1467791"/>
          <a:ext cx="3463934" cy="285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– </a:t>
          </a:r>
          <a:r>
            <a:rPr lang="en-US" sz="2600" kern="1200">
              <a:latin typeface="Arial" panose="020B0604020202020204" pitchFamily="34" charset="0"/>
              <a:cs typeface="Arial" panose="020B0604020202020204" pitchFamily="34" charset="0"/>
            </a:rPr>
            <a:t>Hiểu tốt ngôn ngữ tự nhiên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– </a:t>
          </a:r>
          <a:r>
            <a:rPr lang="en-US" sz="2600" kern="1200">
              <a:latin typeface="Arial" panose="020B0604020202020204" pitchFamily="34" charset="0"/>
              <a:cs typeface="Arial" panose="020B0604020202020204" pitchFamily="34" charset="0"/>
            </a:rPr>
            <a:t>Có nguy cơ hallucination, không đảm bảo đúng văn bản</a:t>
          </a:r>
        </a:p>
      </dsp:txBody>
      <dsp:txXfrm>
        <a:off x="3948957" y="1467791"/>
        <a:ext cx="3463934" cy="2854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CC5309-82AA-44AF-B0B1-EFD3BFA07579}">
      <dsp:nvSpPr>
        <dsp:cNvPr id="0" name=""/>
        <dsp:cNvSpPr/>
      </dsp:nvSpPr>
      <dsp:spPr>
        <a:xfrm>
          <a:off x="0" y="64168"/>
          <a:ext cx="8221569" cy="136230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LLM thuần</a:t>
          </a:r>
          <a:r>
            <a:rPr lang="en-US" sz="2600" kern="1200"/>
            <a:t>: </a:t>
          </a:r>
          <a:r>
            <a:rPr lang="vi-VN" sz="2600" kern="1200"/>
            <a:t>sinh câu trả lời không kiểm chứng</a:t>
          </a:r>
          <a:endParaRPr lang="en-US" sz="2600" kern="1200"/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 được nguồn</a:t>
          </a:r>
          <a:endParaRPr lang="en-US" sz="2600" kern="1200"/>
        </a:p>
      </dsp:txBody>
      <dsp:txXfrm>
        <a:off x="66502" y="130670"/>
        <a:ext cx="8088565" cy="1229299"/>
      </dsp:txXfrm>
    </dsp:sp>
    <dsp:sp modelId="{BD439A96-1169-4784-B12A-B624E1E796C8}">
      <dsp:nvSpPr>
        <dsp:cNvPr id="0" name=""/>
        <dsp:cNvSpPr/>
      </dsp:nvSpPr>
      <dsp:spPr>
        <a:xfrm>
          <a:off x="0" y="1472395"/>
          <a:ext cx="8221569" cy="1349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RAG: câu trả lời được </a:t>
          </a:r>
          <a:r>
            <a:rPr lang="vi-VN" sz="2600" kern="1200" err="1"/>
            <a:t>grounding</a:t>
          </a:r>
          <a:r>
            <a:rPr lang="vi-VN" sz="2600" kern="1200"/>
            <a:t> vào văn bản</a:t>
          </a:r>
          <a:endParaRPr lang="en-US" sz="2600" kern="1200"/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 truy hồi</a:t>
          </a:r>
          <a:endParaRPr lang="en-US" sz="2600" kern="1200"/>
        </a:p>
      </dsp:txBody>
      <dsp:txXfrm>
        <a:off x="65898" y="1538293"/>
        <a:ext cx="8089773" cy="1218124"/>
      </dsp:txXfrm>
    </dsp:sp>
    <dsp:sp modelId="{4A6E0C27-CBF5-41D7-865B-95295C420EDA}">
      <dsp:nvSpPr>
        <dsp:cNvPr id="0" name=""/>
        <dsp:cNvSpPr/>
      </dsp:nvSpPr>
      <dsp:spPr>
        <a:xfrm>
          <a:off x="8030" y="2852191"/>
          <a:ext cx="8221569" cy="136230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Đảm bảo </a:t>
          </a:r>
          <a:r>
            <a:rPr lang="vi-VN" sz="2600" kern="1200" err="1"/>
            <a:t>Single</a:t>
          </a:r>
          <a:r>
            <a:rPr lang="vi-VN" sz="2600" kern="1200"/>
            <a:t> </a:t>
          </a:r>
          <a:r>
            <a:rPr lang="vi-VN" sz="2600" kern="1200" err="1"/>
            <a:t>Source</a:t>
          </a:r>
          <a:r>
            <a:rPr lang="vi-VN" sz="2600" kern="1200"/>
            <a:t> </a:t>
          </a:r>
          <a:r>
            <a:rPr lang="vi-VN" sz="2600" kern="1200" err="1"/>
            <a:t>of</a:t>
          </a:r>
          <a:r>
            <a:rPr lang="vi-VN" sz="2600" kern="1200"/>
            <a:t> </a:t>
          </a:r>
          <a:r>
            <a:rPr lang="vi-VN" sz="2600" kern="1200" err="1"/>
            <a:t>Truth</a:t>
          </a:r>
          <a:r>
            <a:rPr lang="vi-VN" sz="2600" kern="1200"/>
            <a:t> cho mỗi câu</a:t>
          </a:r>
          <a:endParaRPr lang="en-US" sz="2600" kern="1200"/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 trả lời</a:t>
          </a:r>
          <a:endParaRPr lang="en-US" sz="2600" kern="1200"/>
        </a:p>
      </dsp:txBody>
      <dsp:txXfrm>
        <a:off x="74532" y="2918693"/>
        <a:ext cx="8088565" cy="1229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4C0846-74AA-418E-B3E3-B72CE42B25CB}">
      <dsp:nvSpPr>
        <dsp:cNvPr id="0" name=""/>
        <dsp:cNvSpPr/>
      </dsp:nvSpPr>
      <dsp:spPr>
        <a:xfrm>
          <a:off x="0" y="245032"/>
          <a:ext cx="8229600" cy="10028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Sử dụng </a:t>
          </a:r>
          <a:r>
            <a:rPr lang="vi-VN" sz="2600" kern="1200" err="1">
              <a:solidFill>
                <a:srgbClr val="FFFF00"/>
              </a:solidFill>
            </a:rPr>
            <a:t>embedding</a:t>
          </a:r>
          <a:r>
            <a:rPr lang="vi-VN" sz="2600" kern="1200">
              <a:solidFill>
                <a:srgbClr val="FFFF00"/>
              </a:solidFill>
            </a:rPr>
            <a:t> </a:t>
          </a:r>
          <a:r>
            <a:rPr lang="vi-VN" sz="2600" kern="1200"/>
            <a:t>để biểu diễn ngữ nghĩa câu hỏi và văn bản</a:t>
          </a:r>
          <a:endParaRPr lang="en-US" sz="2600" kern="1200"/>
        </a:p>
      </dsp:txBody>
      <dsp:txXfrm>
        <a:off x="48957" y="293989"/>
        <a:ext cx="8131686" cy="904965"/>
      </dsp:txXfrm>
    </dsp:sp>
    <dsp:sp modelId="{CFFC9705-1615-47BA-BD7A-4D9ED72959F9}">
      <dsp:nvSpPr>
        <dsp:cNvPr id="0" name=""/>
        <dsp:cNvSpPr/>
      </dsp:nvSpPr>
      <dsp:spPr>
        <a:xfrm>
          <a:off x="0" y="1314485"/>
          <a:ext cx="8229600" cy="10028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Truy hồi dựa trên </a:t>
          </a:r>
          <a:r>
            <a:rPr lang="vi-VN" sz="2600" kern="1200">
              <a:solidFill>
                <a:srgbClr val="FFFF00"/>
              </a:solidFill>
            </a:rPr>
            <a:t>độ tương đồng ngữ nghĩa</a:t>
          </a:r>
          <a:r>
            <a:rPr lang="vi-VN" sz="2600" kern="1200"/>
            <a:t>, không chỉ từ khóa</a:t>
          </a:r>
          <a:endParaRPr lang="en-US" sz="2600" kern="1200"/>
        </a:p>
      </dsp:txBody>
      <dsp:txXfrm>
        <a:off x="48957" y="1363442"/>
        <a:ext cx="8131686" cy="904965"/>
      </dsp:txXfrm>
    </dsp:sp>
    <dsp:sp modelId="{E1894995-581D-48D0-99BD-EF9696F5D562}">
      <dsp:nvSpPr>
        <dsp:cNvPr id="0" name=""/>
        <dsp:cNvSpPr/>
      </dsp:nvSpPr>
      <dsp:spPr>
        <a:xfrm>
          <a:off x="0" y="2411364"/>
          <a:ext cx="8229600" cy="10028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Lựa chọn </a:t>
          </a:r>
          <a:r>
            <a:rPr lang="vi-VN" sz="2600" kern="1200" err="1">
              <a:solidFill>
                <a:srgbClr val="FFFF00"/>
              </a:solidFill>
            </a:rPr>
            <a:t>pgvector</a:t>
          </a:r>
          <a:r>
            <a:rPr lang="vi-VN" sz="2600" kern="1200"/>
            <a:t> tích hợp </a:t>
          </a:r>
          <a:r>
            <a:rPr lang="vi-VN" sz="2600" kern="1200" err="1">
              <a:solidFill>
                <a:srgbClr val="FFFF00"/>
              </a:solidFill>
            </a:rPr>
            <a:t>PostgreSQL</a:t>
          </a:r>
          <a:endParaRPr lang="en-US" sz="2600" kern="1200">
            <a:solidFill>
              <a:srgbClr val="FFFF00"/>
            </a:solidFill>
          </a:endParaRPr>
        </a:p>
      </dsp:txBody>
      <dsp:txXfrm>
        <a:off x="48957" y="2460321"/>
        <a:ext cx="8131686" cy="904965"/>
      </dsp:txXfrm>
    </dsp:sp>
    <dsp:sp modelId="{263EDBDC-8B62-4724-BFB5-29AB3BEDD1C7}">
      <dsp:nvSpPr>
        <dsp:cNvPr id="0" name=""/>
        <dsp:cNvSpPr/>
      </dsp:nvSpPr>
      <dsp:spPr>
        <a:xfrm>
          <a:off x="0" y="3170584"/>
          <a:ext cx="8229600" cy="134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3020" rIns="184912" bIns="3302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endParaRPr lang="en-US" sz="26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vi-VN" sz="2300" kern="1200"/>
            <a:t>–</a:t>
          </a:r>
          <a:r>
            <a:rPr lang="en-US" sz="2300" kern="1200"/>
            <a:t> </a:t>
          </a:r>
          <a:r>
            <a:rPr lang="vi-VN" sz="2300" kern="1200"/>
            <a:t>Hỗ trợ ACID và SQL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vi-VN" sz="2300" kern="1200"/>
            <a:t>– Kết hợp </a:t>
          </a:r>
          <a:r>
            <a:rPr lang="vi-VN" sz="2300" kern="1200" err="1"/>
            <a:t>vector</a:t>
          </a:r>
          <a:r>
            <a:rPr lang="vi-VN" sz="2300" kern="1200"/>
            <a:t> </a:t>
          </a:r>
          <a:r>
            <a:rPr lang="vi-VN" sz="2300" kern="1200" err="1"/>
            <a:t>search</a:t>
          </a:r>
          <a:r>
            <a:rPr lang="vi-VN" sz="2300" kern="1200"/>
            <a:t> với </a:t>
          </a:r>
          <a:r>
            <a:rPr lang="vi-VN" sz="2300" kern="1200" err="1"/>
            <a:t>metadata</a:t>
          </a:r>
          <a:r>
            <a:rPr lang="vi-VN" sz="2300" kern="1200"/>
            <a:t> filtering</a:t>
          </a:r>
          <a:endParaRPr lang="en-US" sz="23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endParaRPr lang="en-US" sz="1200" kern="1200"/>
        </a:p>
      </dsp:txBody>
      <dsp:txXfrm>
        <a:off x="0" y="3170584"/>
        <a:ext cx="8229600" cy="13430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E1E32-364B-4B7B-BBD7-596F238A2823}">
      <dsp:nvSpPr>
        <dsp:cNvPr id="0" name=""/>
        <dsp:cNvSpPr/>
      </dsp:nvSpPr>
      <dsp:spPr>
        <a:xfrm>
          <a:off x="2806" y="109473"/>
          <a:ext cx="2736056" cy="748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Bi-encoder:</a:t>
          </a:r>
        </a:p>
      </dsp:txBody>
      <dsp:txXfrm>
        <a:off x="2806" y="109473"/>
        <a:ext cx="2736056" cy="748800"/>
      </dsp:txXfrm>
    </dsp:sp>
    <dsp:sp modelId="{C7A2AFCC-F565-4EDC-B101-781A64BE0055}">
      <dsp:nvSpPr>
        <dsp:cNvPr id="0" name=""/>
        <dsp:cNvSpPr/>
      </dsp:nvSpPr>
      <dsp:spPr>
        <a:xfrm>
          <a:off x="2806" y="858273"/>
          <a:ext cx="2736056" cy="30176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   Truy hồi nhanh tập ứng viên ban đầu</a:t>
          </a:r>
        </a:p>
      </dsp:txBody>
      <dsp:txXfrm>
        <a:off x="2806" y="858273"/>
        <a:ext cx="2736056" cy="3017612"/>
      </dsp:txXfrm>
    </dsp:sp>
    <dsp:sp modelId="{EF3F486C-E2C4-4F9E-B4E1-07533798BCE9}">
      <dsp:nvSpPr>
        <dsp:cNvPr id="0" name=""/>
        <dsp:cNvSpPr/>
      </dsp:nvSpPr>
      <dsp:spPr>
        <a:xfrm>
          <a:off x="3121910" y="109473"/>
          <a:ext cx="2736056" cy="748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 Cross-encoder:</a:t>
          </a:r>
        </a:p>
      </dsp:txBody>
      <dsp:txXfrm>
        <a:off x="3121910" y="109473"/>
        <a:ext cx="2736056" cy="748800"/>
      </dsp:txXfrm>
    </dsp:sp>
    <dsp:sp modelId="{69FAE1E1-B7E8-4322-B9DF-510A4D6EA0D8}">
      <dsp:nvSpPr>
        <dsp:cNvPr id="0" name=""/>
        <dsp:cNvSpPr/>
      </dsp:nvSpPr>
      <dsp:spPr>
        <a:xfrm>
          <a:off x="3121910" y="834222"/>
          <a:ext cx="2736056" cy="30176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33363" lvl="1" indent="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Tái xếp hạng</a:t>
          </a:r>
        </a:p>
        <a:p>
          <a:pPr marL="233363" lvl="1" indent="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để tăng độ               chính xác </a:t>
          </a:r>
        </a:p>
      </dsp:txBody>
      <dsp:txXfrm>
        <a:off x="3121910" y="834222"/>
        <a:ext cx="2736056" cy="3017612"/>
      </dsp:txXfrm>
    </dsp:sp>
    <dsp:sp modelId="{3406FB22-FF24-4232-B948-084ACD83070C}">
      <dsp:nvSpPr>
        <dsp:cNvPr id="0" name=""/>
        <dsp:cNvSpPr/>
      </dsp:nvSpPr>
      <dsp:spPr>
        <a:xfrm>
          <a:off x="6241014" y="109473"/>
          <a:ext cx="2736056" cy="748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Hỗ trợ hội thoại: </a:t>
          </a:r>
        </a:p>
      </dsp:txBody>
      <dsp:txXfrm>
        <a:off x="6241014" y="109473"/>
        <a:ext cx="2736056" cy="748800"/>
      </dsp:txXfrm>
    </dsp:sp>
    <dsp:sp modelId="{9C408339-00F1-4731-BFB2-193CA4316BF9}">
      <dsp:nvSpPr>
        <dsp:cNvPr id="0" name=""/>
        <dsp:cNvSpPr/>
      </dsp:nvSpPr>
      <dsp:spPr>
        <a:xfrm>
          <a:off x="6241014" y="858273"/>
          <a:ext cx="2736056" cy="30176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– Document pinning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– Follow-up question handling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– Clarification khi câu hỏi mơ hồ</a:t>
          </a:r>
        </a:p>
      </dsp:txBody>
      <dsp:txXfrm>
        <a:off x="6241014" y="858273"/>
        <a:ext cx="2736056" cy="30176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CA5EC-5E59-4853-9FAF-0949264CD166}">
      <dsp:nvSpPr>
        <dsp:cNvPr id="0" name=""/>
        <dsp:cNvSpPr/>
      </dsp:nvSpPr>
      <dsp:spPr>
        <a:xfrm>
          <a:off x="0" y="209744"/>
          <a:ext cx="4245967" cy="1096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534" tIns="249936" rIns="329534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Hỏi đáp, điền biểu mẫu (không đăng nhập)</a:t>
          </a:r>
        </a:p>
      </dsp:txBody>
      <dsp:txXfrm>
        <a:off x="0" y="209744"/>
        <a:ext cx="4245967" cy="1096200"/>
      </dsp:txXfrm>
    </dsp:sp>
    <dsp:sp modelId="{BAA6E47A-EAE7-460E-B70E-2BBD832609B7}">
      <dsp:nvSpPr>
        <dsp:cNvPr id="0" name=""/>
        <dsp:cNvSpPr/>
      </dsp:nvSpPr>
      <dsp:spPr>
        <a:xfrm>
          <a:off x="212298" y="32624"/>
          <a:ext cx="2972176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341" tIns="0" rIns="11234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User:</a:t>
          </a:r>
        </a:p>
      </dsp:txBody>
      <dsp:txXfrm>
        <a:off x="229591" y="49917"/>
        <a:ext cx="2937590" cy="319654"/>
      </dsp:txXfrm>
    </dsp:sp>
    <dsp:sp modelId="{8E73A191-5E1B-49D6-987E-11CA2BCDBD99}">
      <dsp:nvSpPr>
        <dsp:cNvPr id="0" name=""/>
        <dsp:cNvSpPr/>
      </dsp:nvSpPr>
      <dsp:spPr>
        <a:xfrm>
          <a:off x="0" y="1547864"/>
          <a:ext cx="4245967" cy="1152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534" tIns="249936" rIns="329534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Quản lý văn bản, giám sát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hệ thống</a:t>
          </a:r>
        </a:p>
      </dsp:txBody>
      <dsp:txXfrm>
        <a:off x="0" y="1547864"/>
        <a:ext cx="4245967" cy="1152900"/>
      </dsp:txXfrm>
    </dsp:sp>
    <dsp:sp modelId="{CA7141B4-8AE9-4B2A-A720-1AD6C8C5938D}">
      <dsp:nvSpPr>
        <dsp:cNvPr id="0" name=""/>
        <dsp:cNvSpPr/>
      </dsp:nvSpPr>
      <dsp:spPr>
        <a:xfrm>
          <a:off x="212298" y="1370744"/>
          <a:ext cx="2972176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341" tIns="0" rIns="11234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Admin:</a:t>
          </a:r>
        </a:p>
      </dsp:txBody>
      <dsp:txXfrm>
        <a:off x="229591" y="1388037"/>
        <a:ext cx="2937590" cy="319654"/>
      </dsp:txXfrm>
    </dsp:sp>
    <dsp:sp modelId="{866E4D00-54AE-4702-9244-8792E578DE7F}">
      <dsp:nvSpPr>
        <dsp:cNvPr id="0" name=""/>
        <dsp:cNvSpPr/>
      </dsp:nvSpPr>
      <dsp:spPr>
        <a:xfrm>
          <a:off x="0" y="2942684"/>
          <a:ext cx="4245967" cy="1549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534" tIns="249936" rIns="329534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- Latency &lt; 15s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- Khả năng mở rộng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- Lưu trữ dữ liệu</a:t>
          </a:r>
        </a:p>
      </dsp:txBody>
      <dsp:txXfrm>
        <a:off x="0" y="2942684"/>
        <a:ext cx="4245967" cy="1549800"/>
      </dsp:txXfrm>
    </dsp:sp>
    <dsp:sp modelId="{D7566C83-BC2A-455C-8A1A-531C15E5464F}">
      <dsp:nvSpPr>
        <dsp:cNvPr id="0" name=""/>
        <dsp:cNvSpPr/>
      </dsp:nvSpPr>
      <dsp:spPr>
        <a:xfrm>
          <a:off x="212298" y="2765564"/>
          <a:ext cx="2972176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341" tIns="0" rIns="11234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NFR:</a:t>
          </a:r>
        </a:p>
      </dsp:txBody>
      <dsp:txXfrm>
        <a:off x="229591" y="2782857"/>
        <a:ext cx="2937590" cy="3196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19FBC-9975-4A02-AD7D-782566558487}">
      <dsp:nvSpPr>
        <dsp:cNvPr id="0" name=""/>
        <dsp:cNvSpPr/>
      </dsp:nvSpPr>
      <dsp:spPr>
        <a:xfrm>
          <a:off x="0" y="191648"/>
          <a:ext cx="4825999" cy="1549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4551" tIns="249936" rIns="37455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– Presentation Layer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2400" kern="1200"/>
            <a:t>– Application Layer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– Data Layer </a:t>
          </a:r>
        </a:p>
      </dsp:txBody>
      <dsp:txXfrm>
        <a:off x="0" y="191648"/>
        <a:ext cx="4825999" cy="1549800"/>
      </dsp:txXfrm>
    </dsp:sp>
    <dsp:sp modelId="{14434924-1720-46FB-A3BE-61F81C867AF7}">
      <dsp:nvSpPr>
        <dsp:cNvPr id="0" name=""/>
        <dsp:cNvSpPr/>
      </dsp:nvSpPr>
      <dsp:spPr>
        <a:xfrm>
          <a:off x="241300" y="14528"/>
          <a:ext cx="337820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688" tIns="0" rIns="12768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 Kiến trúc ba tầng:</a:t>
          </a:r>
        </a:p>
      </dsp:txBody>
      <dsp:txXfrm>
        <a:off x="258593" y="31821"/>
        <a:ext cx="3343614" cy="319654"/>
      </dsp:txXfrm>
    </dsp:sp>
    <dsp:sp modelId="{59268041-9D50-4004-8EC8-FB691A895A3E}">
      <dsp:nvSpPr>
        <dsp:cNvPr id="0" name=""/>
        <dsp:cNvSpPr/>
      </dsp:nvSpPr>
      <dsp:spPr>
        <a:xfrm>
          <a:off x="0" y="1983368"/>
          <a:ext cx="4825999" cy="1549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4551" tIns="249936" rIns="37455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– Frontend: React + Vite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– Backend: FastAPI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/>
            <a:t>– Data: PostgreSQL + MinIO</a:t>
          </a:r>
        </a:p>
      </dsp:txBody>
      <dsp:txXfrm>
        <a:off x="0" y="1983368"/>
        <a:ext cx="4825999" cy="1549800"/>
      </dsp:txXfrm>
    </dsp:sp>
    <dsp:sp modelId="{A3CC2FB1-A7A8-49BC-9132-0CCB5B6F1366}">
      <dsp:nvSpPr>
        <dsp:cNvPr id="0" name=""/>
        <dsp:cNvSpPr/>
      </dsp:nvSpPr>
      <dsp:spPr>
        <a:xfrm>
          <a:off x="241300" y="1806248"/>
          <a:ext cx="337820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688" tIns="0" rIns="12768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 Công nghệ chính:</a:t>
          </a:r>
        </a:p>
      </dsp:txBody>
      <dsp:txXfrm>
        <a:off x="258593" y="1823541"/>
        <a:ext cx="3343614" cy="3196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B278A-7386-493A-8951-2C208DB88BE4}">
      <dsp:nvSpPr>
        <dsp:cNvPr id="0" name=""/>
        <dsp:cNvSpPr/>
      </dsp:nvSpPr>
      <dsp:spPr>
        <a:xfrm>
          <a:off x="0" y="0"/>
          <a:ext cx="219497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0DE1B-C24E-4A7C-80BC-2101BB530A00}">
      <dsp:nvSpPr>
        <dsp:cNvPr id="0" name=""/>
        <dsp:cNvSpPr/>
      </dsp:nvSpPr>
      <dsp:spPr>
        <a:xfrm>
          <a:off x="0" y="0"/>
          <a:ext cx="2194972" cy="226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Các service giao tiếp qua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</a:rPr>
            <a:t> </a:t>
          </a:r>
          <a:r>
            <a:rPr lang="en-US" sz="2400" b="1" kern="1200">
              <a:solidFill>
                <a:schemeClr val="tx1"/>
              </a:solidFill>
            </a:rPr>
            <a:t>REST API</a:t>
          </a:r>
          <a:endParaRPr lang="en-US" sz="2400" kern="1200">
            <a:solidFill>
              <a:schemeClr val="tx1"/>
            </a:solidFill>
          </a:endParaRPr>
        </a:p>
      </dsp:txBody>
      <dsp:txXfrm>
        <a:off x="0" y="0"/>
        <a:ext cx="2194972" cy="2262981"/>
      </dsp:txXfrm>
    </dsp:sp>
    <dsp:sp modelId="{552B485F-95FB-4F34-AD62-F0A9CEB082D0}">
      <dsp:nvSpPr>
        <dsp:cNvPr id="0" name=""/>
        <dsp:cNvSpPr/>
      </dsp:nvSpPr>
      <dsp:spPr>
        <a:xfrm>
          <a:off x="0" y="2262981"/>
          <a:ext cx="219497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F124F-7F89-4199-BD4E-04E7F61207E4}">
      <dsp:nvSpPr>
        <dsp:cNvPr id="0" name=""/>
        <dsp:cNvSpPr/>
      </dsp:nvSpPr>
      <dsp:spPr>
        <a:xfrm>
          <a:off x="0" y="2262981"/>
          <a:ext cx="2194972" cy="226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Mỗi service có thể mở rộng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độc lập</a:t>
          </a:r>
        </a:p>
      </dsp:txBody>
      <dsp:txXfrm>
        <a:off x="0" y="2262981"/>
        <a:ext cx="2194972" cy="22629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20354-B3EF-46F7-B188-9D57E9421C16}">
      <dsp:nvSpPr>
        <dsp:cNvPr id="0" name=""/>
        <dsp:cNvSpPr/>
      </dsp:nvSpPr>
      <dsp:spPr>
        <a:xfrm>
          <a:off x="4015" y="2265"/>
          <a:ext cx="8213963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 Document Pinning: ghim văn bản đã chọn</a:t>
          </a:r>
          <a:endParaRPr lang="en-US" sz="2600" kern="1200"/>
        </a:p>
      </dsp:txBody>
      <dsp:txXfrm>
        <a:off x="57200" y="55450"/>
        <a:ext cx="8107593" cy="983131"/>
      </dsp:txXfrm>
    </dsp:sp>
    <dsp:sp modelId="{45CE7EA9-37A3-4687-A6D5-B4C2C39CA05D}">
      <dsp:nvSpPr>
        <dsp:cNvPr id="0" name=""/>
        <dsp:cNvSpPr/>
      </dsp:nvSpPr>
      <dsp:spPr>
        <a:xfrm>
          <a:off x="4015" y="1146242"/>
          <a:ext cx="8176426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 </a:t>
          </a:r>
          <a:r>
            <a:rPr lang="vi-VN" sz="2600" kern="1200"/>
            <a:t>Follow-up Handling: hiểu câu hỏi tiếp nối</a:t>
          </a:r>
          <a:endParaRPr lang="en-US" sz="2600" kern="1200"/>
        </a:p>
      </dsp:txBody>
      <dsp:txXfrm>
        <a:off x="57200" y="1199427"/>
        <a:ext cx="8070056" cy="983131"/>
      </dsp:txXfrm>
    </dsp:sp>
    <dsp:sp modelId="{71FE7ADF-D2FB-4E38-B93B-AC5D224D33C1}">
      <dsp:nvSpPr>
        <dsp:cNvPr id="0" name=""/>
        <dsp:cNvSpPr/>
      </dsp:nvSpPr>
      <dsp:spPr>
        <a:xfrm>
          <a:off x="4015" y="2290219"/>
          <a:ext cx="8221569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 Clarification: yêu cầu làm rõ khi câu hỏi </a:t>
          </a:r>
          <a:endParaRPr lang="en-US" sz="2600" kern="1200"/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mơ hồ</a:t>
          </a:r>
          <a:endParaRPr lang="en-US" sz="2600" kern="1200"/>
        </a:p>
      </dsp:txBody>
      <dsp:txXfrm>
        <a:off x="57200" y="2343404"/>
        <a:ext cx="8115199" cy="983131"/>
      </dsp:txXfrm>
    </dsp:sp>
    <dsp:sp modelId="{40FCE644-84AB-45AE-A33D-0C002CE99E14}">
      <dsp:nvSpPr>
        <dsp:cNvPr id="0" name=""/>
        <dsp:cNvSpPr/>
      </dsp:nvSpPr>
      <dsp:spPr>
        <a:xfrm>
          <a:off x="4015" y="3434195"/>
          <a:ext cx="8221569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Session Management: duy trì ngữ cảnh hội thoại</a:t>
          </a:r>
          <a:endParaRPr lang="en-US" sz="2600" kern="1200"/>
        </a:p>
      </dsp:txBody>
      <dsp:txXfrm>
        <a:off x="57200" y="3487380"/>
        <a:ext cx="8115199" cy="98313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C5B39-17EC-4768-AE4E-13C4032C87CC}">
      <dsp:nvSpPr>
        <dsp:cNvPr id="0" name=""/>
        <dsp:cNvSpPr/>
      </dsp:nvSpPr>
      <dsp:spPr>
        <a:xfrm>
          <a:off x="38" y="7909"/>
          <a:ext cx="3639231" cy="129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Môi trường thực nghiệm:</a:t>
          </a:r>
          <a:endParaRPr lang="en-US" sz="2600" kern="1200"/>
        </a:p>
      </dsp:txBody>
      <dsp:txXfrm>
        <a:off x="38" y="7909"/>
        <a:ext cx="3639231" cy="1296000"/>
      </dsp:txXfrm>
    </dsp:sp>
    <dsp:sp modelId="{D894DF16-2582-43BF-AB4A-2F017A52C64D}">
      <dsp:nvSpPr>
        <dsp:cNvPr id="0" name=""/>
        <dsp:cNvSpPr/>
      </dsp:nvSpPr>
      <dsp:spPr>
        <a:xfrm>
          <a:off x="1" y="1311818"/>
          <a:ext cx="3639231" cy="22852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/>
            <a:t>– CPU: Intel Core i7-12700H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/>
            <a:t>– RAM: 32GB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/>
            <a:t>– GPU: RTX 3060 (6GB)</a:t>
          </a:r>
          <a:endParaRPr lang="en-US" sz="2600" kern="1200"/>
        </a:p>
      </dsp:txBody>
      <dsp:txXfrm>
        <a:off x="1" y="1311818"/>
        <a:ext cx="3639231" cy="2285212"/>
      </dsp:txXfrm>
    </dsp:sp>
    <dsp:sp modelId="{F7C1D683-B66D-40D4-B480-E5EF20104B3F}">
      <dsp:nvSpPr>
        <dsp:cNvPr id="0" name=""/>
        <dsp:cNvSpPr/>
      </dsp:nvSpPr>
      <dsp:spPr>
        <a:xfrm>
          <a:off x="4148798" y="0"/>
          <a:ext cx="3639231" cy="129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Dữ liệu đánh giá:</a:t>
          </a:r>
          <a:endParaRPr lang="en-US" sz="2600" kern="1200"/>
        </a:p>
      </dsp:txBody>
      <dsp:txXfrm>
        <a:off x="4148798" y="0"/>
        <a:ext cx="3639231" cy="1296000"/>
      </dsp:txXfrm>
    </dsp:sp>
    <dsp:sp modelId="{906E72AC-9D33-4D7F-8277-D6225F5EB6CF}">
      <dsp:nvSpPr>
        <dsp:cNvPr id="0" name=""/>
        <dsp:cNvSpPr/>
      </dsp:nvSpPr>
      <dsp:spPr>
        <a:xfrm>
          <a:off x="4148761" y="1303909"/>
          <a:ext cx="3639231" cy="22852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/>
            <a:t>– 15 văn bản pháp luật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/>
            <a:t>– 135 đoạn (chunks)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/>
            <a:t>– 25 câu hỏi kiểm thử (4 lĩnh vực)</a:t>
          </a:r>
          <a:endParaRPr lang="en-US" sz="2600" kern="1200"/>
        </a:p>
      </dsp:txBody>
      <dsp:txXfrm>
        <a:off x="4148761" y="1303909"/>
        <a:ext cx="3639231" cy="228521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C5296-52F9-4697-9EF2-A7F45C4691C5}">
      <dsp:nvSpPr>
        <dsp:cNvPr id="0" name=""/>
        <dsp:cNvSpPr/>
      </dsp:nvSpPr>
      <dsp:spPr>
        <a:xfrm>
          <a:off x="4015" y="2265"/>
          <a:ext cx="8221569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100" kern="1200">
              <a:solidFill>
                <a:srgbClr val="FFFF00"/>
              </a:solidFill>
            </a:rPr>
            <a:t>Xây dựng thành công </a:t>
          </a:r>
          <a:r>
            <a:rPr lang="vi-VN" sz="3100" kern="1200"/>
            <a:t>hệ thống hỏi đáp pháp luật tiếng Việt dựa trên </a:t>
          </a:r>
          <a:r>
            <a:rPr lang="vi-VN" sz="3100" kern="1200">
              <a:solidFill>
                <a:srgbClr val="FFFF00"/>
              </a:solidFill>
            </a:rPr>
            <a:t>RAG</a:t>
          </a:r>
          <a:endParaRPr lang="en-US" sz="3100" kern="1200">
            <a:solidFill>
              <a:srgbClr val="FFFF00"/>
            </a:solidFill>
          </a:endParaRPr>
        </a:p>
      </dsp:txBody>
      <dsp:txXfrm>
        <a:off x="57200" y="55450"/>
        <a:ext cx="8115199" cy="983131"/>
      </dsp:txXfrm>
    </dsp:sp>
    <dsp:sp modelId="{F069CCB2-7F4A-4C17-AE54-44553F001FFD}">
      <dsp:nvSpPr>
        <dsp:cNvPr id="0" name=""/>
        <dsp:cNvSpPr/>
      </dsp:nvSpPr>
      <dsp:spPr>
        <a:xfrm>
          <a:off x="0" y="1146242"/>
          <a:ext cx="8221569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100" kern="1200"/>
            <a:t>Áp dụng chiến lược </a:t>
          </a:r>
          <a:r>
            <a:rPr lang="vi-VN" sz="3100" kern="1200">
              <a:solidFill>
                <a:srgbClr val="FFFF00"/>
              </a:solidFill>
            </a:rPr>
            <a:t>Document-centric Retrieval</a:t>
          </a:r>
          <a:endParaRPr lang="en-US" sz="3100" kern="1200">
            <a:solidFill>
              <a:srgbClr val="FFFF00"/>
            </a:solidFill>
          </a:endParaRPr>
        </a:p>
      </dsp:txBody>
      <dsp:txXfrm>
        <a:off x="53185" y="1199427"/>
        <a:ext cx="8115199" cy="983131"/>
      </dsp:txXfrm>
    </dsp:sp>
    <dsp:sp modelId="{FE3E8EA7-27E0-435D-88E2-8C6C44F48DF0}">
      <dsp:nvSpPr>
        <dsp:cNvPr id="0" name=""/>
        <dsp:cNvSpPr/>
      </dsp:nvSpPr>
      <dsp:spPr>
        <a:xfrm>
          <a:off x="0" y="2305853"/>
          <a:ext cx="8221569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100" kern="1200">
              <a:solidFill>
                <a:srgbClr val="FFFF00"/>
              </a:solidFill>
            </a:rPr>
            <a:t>Hỗ trợ hội thoại nhiều lượt</a:t>
          </a:r>
          <a:r>
            <a:rPr lang="vi-VN" sz="3100" kern="1200"/>
            <a:t>, clarification và </a:t>
          </a:r>
          <a:r>
            <a:rPr lang="vi-VN" sz="3100" kern="1200">
              <a:solidFill>
                <a:srgbClr val="FFFF00"/>
              </a:solidFill>
            </a:rPr>
            <a:t>trích dẫn nguồn</a:t>
          </a:r>
          <a:endParaRPr lang="en-US" sz="3100" kern="1200">
            <a:solidFill>
              <a:srgbClr val="FFFF00"/>
            </a:solidFill>
          </a:endParaRPr>
        </a:p>
      </dsp:txBody>
      <dsp:txXfrm>
        <a:off x="53185" y="2359038"/>
        <a:ext cx="8115199" cy="983131"/>
      </dsp:txXfrm>
    </dsp:sp>
    <dsp:sp modelId="{11FAE6FB-71F3-4AD7-89C9-856F0FEE6BF2}">
      <dsp:nvSpPr>
        <dsp:cNvPr id="0" name=""/>
        <dsp:cNvSpPr/>
      </dsp:nvSpPr>
      <dsp:spPr>
        <a:xfrm>
          <a:off x="4015" y="3434195"/>
          <a:ext cx="8221569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100" kern="1200">
              <a:solidFill>
                <a:srgbClr val="FFFF00"/>
              </a:solidFill>
            </a:rPr>
            <a:t>Hiệu năng đáp ứng </a:t>
          </a:r>
          <a:r>
            <a:rPr lang="vi-VN" sz="3100" kern="1200"/>
            <a:t>yêu cầu tra cứu thực tế</a:t>
          </a:r>
          <a:endParaRPr lang="en-US" sz="3100" kern="1200"/>
        </a:p>
      </dsp:txBody>
      <dsp:txXfrm>
        <a:off x="57200" y="3487380"/>
        <a:ext cx="8115199" cy="98313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38CE1-C361-4AF0-BF86-5E37D3DE7A15}">
      <dsp:nvSpPr>
        <dsp:cNvPr id="0" name=""/>
        <dsp:cNvSpPr/>
      </dsp:nvSpPr>
      <dsp:spPr>
        <a:xfrm>
          <a:off x="4015" y="1778"/>
          <a:ext cx="8221569" cy="12191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>
              <a:solidFill>
                <a:srgbClr val="FFFF00"/>
              </a:solidFill>
            </a:rPr>
            <a:t>Mở rộng dữ liệu </a:t>
          </a:r>
          <a:r>
            <a:rPr lang="vi-VN" sz="2600" kern="1200"/>
            <a:t>văn bản </a:t>
          </a:r>
          <a:r>
            <a:rPr lang="vi-VN" sz="2600" kern="1200">
              <a:solidFill>
                <a:srgbClr val="FFFF00"/>
              </a:solidFill>
            </a:rPr>
            <a:t>quy phạm pháp luật</a:t>
          </a:r>
          <a:endParaRPr lang="en-US" sz="2600" kern="1200">
            <a:solidFill>
              <a:srgbClr val="FFFF00"/>
            </a:solidFill>
          </a:endParaRPr>
        </a:p>
      </dsp:txBody>
      <dsp:txXfrm>
        <a:off x="63529" y="61292"/>
        <a:ext cx="8102541" cy="1100127"/>
      </dsp:txXfrm>
    </dsp:sp>
    <dsp:sp modelId="{D9694EFD-B245-4BD5-9AEB-A5DA3CDEE965}">
      <dsp:nvSpPr>
        <dsp:cNvPr id="0" name=""/>
        <dsp:cNvSpPr/>
      </dsp:nvSpPr>
      <dsp:spPr>
        <a:xfrm>
          <a:off x="4015" y="1268337"/>
          <a:ext cx="8221569" cy="92626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>
              <a:solidFill>
                <a:srgbClr val="FFFF00"/>
              </a:solidFill>
            </a:rPr>
            <a:t>Fine-tune embedding </a:t>
          </a:r>
          <a:r>
            <a:rPr lang="vi-VN" sz="2600" kern="1200"/>
            <a:t>cho miền </a:t>
          </a:r>
          <a:r>
            <a:rPr lang="vi-VN" sz="2600" kern="1200">
              <a:solidFill>
                <a:srgbClr val="FFFF00"/>
              </a:solidFill>
            </a:rPr>
            <a:t>pháp luật Việt Nam</a:t>
          </a:r>
          <a:endParaRPr lang="en-US" sz="2600" kern="1200">
            <a:solidFill>
              <a:srgbClr val="FFFF00"/>
            </a:solidFill>
          </a:endParaRPr>
        </a:p>
      </dsp:txBody>
      <dsp:txXfrm>
        <a:off x="49232" y="1313554"/>
        <a:ext cx="8131135" cy="835835"/>
      </dsp:txXfrm>
    </dsp:sp>
    <dsp:sp modelId="{9BEEB0E6-0662-48C4-B14F-FED42C67BADB}">
      <dsp:nvSpPr>
        <dsp:cNvPr id="0" name=""/>
        <dsp:cNvSpPr/>
      </dsp:nvSpPr>
      <dsp:spPr>
        <a:xfrm>
          <a:off x="4015" y="2242010"/>
          <a:ext cx="8221569" cy="106283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700" kern="1200"/>
            <a:t> </a:t>
          </a:r>
          <a:r>
            <a:rPr lang="vi-VN" sz="2600" kern="1200">
              <a:solidFill>
                <a:srgbClr val="FFFF00"/>
              </a:solidFill>
            </a:rPr>
            <a:t>Tối ưu reranking </a:t>
          </a:r>
          <a:r>
            <a:rPr lang="vi-VN" sz="2600" kern="1200"/>
            <a:t>để </a:t>
          </a:r>
          <a:r>
            <a:rPr lang="vi-VN" sz="2600" kern="1200">
              <a:solidFill>
                <a:srgbClr val="FFFF00"/>
              </a:solidFill>
            </a:rPr>
            <a:t>giảm độ trễ</a:t>
          </a:r>
          <a:endParaRPr lang="en-US" sz="2600" kern="1200">
            <a:solidFill>
              <a:srgbClr val="FFFF00"/>
            </a:solidFill>
          </a:endParaRPr>
        </a:p>
      </dsp:txBody>
      <dsp:txXfrm>
        <a:off x="55898" y="2293893"/>
        <a:ext cx="8117803" cy="959072"/>
      </dsp:txXfrm>
    </dsp:sp>
    <dsp:sp modelId="{E0C286D2-451C-4536-A619-7B002D43C439}">
      <dsp:nvSpPr>
        <dsp:cNvPr id="0" name=""/>
        <dsp:cNvSpPr/>
      </dsp:nvSpPr>
      <dsp:spPr>
        <a:xfrm>
          <a:off x="4015" y="3354030"/>
          <a:ext cx="8221569" cy="117193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>
              <a:solidFill>
                <a:srgbClr val="FFFF00"/>
              </a:solidFill>
            </a:rPr>
            <a:t>Triển khai </a:t>
          </a:r>
          <a:r>
            <a:rPr lang="vi-VN" sz="2600" kern="1200"/>
            <a:t>trên môi trường </a:t>
          </a:r>
          <a:r>
            <a:rPr lang="vi-VN" sz="2600" kern="1200">
              <a:solidFill>
                <a:srgbClr val="FFFF00"/>
              </a:solidFill>
            </a:rPr>
            <a:t>local/kiosk</a:t>
          </a:r>
          <a:endParaRPr lang="en-US" sz="2600" kern="1200">
            <a:solidFill>
              <a:srgbClr val="FFFF00"/>
            </a:solidFill>
          </a:endParaRPr>
        </a:p>
      </dsp:txBody>
      <dsp:txXfrm>
        <a:off x="61224" y="3411239"/>
        <a:ext cx="8107151" cy="10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0FA47-8B15-437F-B746-4611B2E50E7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C3B5-3211-45B9-A75F-21C4D8AB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75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6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96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03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54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10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5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62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9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20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89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90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15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1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06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6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80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92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50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25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471"/>
            <a:ext cx="9144000" cy="5715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896533"/>
            <a:ext cx="9144000" cy="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599"/>
            <a:ext cx="9144000" cy="914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0E14D1-3873-4F22-AF4A-8A2893212750}"/>
              </a:ext>
            </a:extLst>
          </p:cNvPr>
          <p:cNvSpPr txBox="1"/>
          <p:nvPr/>
        </p:nvSpPr>
        <p:spPr>
          <a:xfrm>
            <a:off x="0" y="4931204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TS. Nguyễn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Ân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6AA4D-FCEA-43B4-B026-FE247331C6AC}"/>
              </a:ext>
            </a:extLst>
          </p:cNvPr>
          <p:cNvSpPr txBox="1"/>
          <p:nvPr/>
        </p:nvSpPr>
        <p:spPr>
          <a:xfrm>
            <a:off x="6780405" y="4931204"/>
            <a:ext cx="2232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Nguyễn Thanh Hiếu</a:t>
            </a:r>
          </a:p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MSSV: 110122221</a:t>
            </a:r>
          </a:p>
          <a:p>
            <a:pPr algn="ctr"/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DA22TTA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3BEF6-B093-42CC-AF65-FD674D663988}"/>
              </a:ext>
            </a:extLst>
          </p:cNvPr>
          <p:cNvSpPr txBox="1"/>
          <p:nvPr/>
        </p:nvSpPr>
        <p:spPr>
          <a:xfrm>
            <a:off x="2139309" y="1068436"/>
            <a:ext cx="5052951" cy="142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TRƯỜNG ĐẠI HỌC TRÀ VINH</a:t>
            </a:r>
          </a:p>
          <a:p>
            <a:pPr algn="ctr">
              <a:lnSpc>
                <a:spcPct val="150000"/>
              </a:lnSpc>
            </a:pPr>
            <a:r>
              <a:rPr lang="vi-VN" sz="2000" b="1">
                <a:latin typeface="Arial" panose="020B0604020202020204" pitchFamily="34" charset="0"/>
                <a:cs typeface="Arial" panose="020B0604020202020204" pitchFamily="34" charset="0"/>
              </a:rPr>
              <a:t>TRƯỜNG KỸ THUẬT VÀ CÔNG NGHỆ</a:t>
            </a: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vi-VN" sz="2000" b="1">
                <a:latin typeface="Arial" panose="020B0604020202020204" pitchFamily="34" charset="0"/>
                <a:cs typeface="Arial" panose="020B0604020202020204" pitchFamily="34" charset="0"/>
              </a:rPr>
              <a:t>KHOA CÔNG NGHỆ THÔNG TIN </a:t>
            </a: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4D901D-A1C6-8FDD-B9FF-4143F35EB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666" y="133192"/>
            <a:ext cx="923925" cy="904875"/>
          </a:xfrm>
          <a:prstGeom prst="ellipse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308F06-D02C-25BC-8380-9984090E2D11}"/>
              </a:ext>
            </a:extLst>
          </p:cNvPr>
          <p:cNvSpPr txBox="1"/>
          <p:nvPr/>
        </p:nvSpPr>
        <p:spPr>
          <a:xfrm>
            <a:off x="781538" y="2496071"/>
            <a:ext cx="77684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HỆ THỐNG</a:t>
            </a:r>
            <a:br>
              <a:rPr lang="en-US"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HỎI ĐÁP PHÁP LUẬT VIỆT NAM</a:t>
            </a:r>
            <a:br>
              <a:rPr lang="en-US"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 DỤNG KỸ THUẬT RAG</a:t>
            </a:r>
            <a:endParaRPr lang="en-US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MỤC LỤC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15EE8C7-E09F-F17F-2235-567C32037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5668"/>
              </p:ext>
            </p:extLst>
          </p:nvPr>
        </p:nvGraphicFramePr>
        <p:xfrm>
          <a:off x="-950495" y="1377359"/>
          <a:ext cx="11044990" cy="4380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BỐI CẢNH &amp; BÀI TOÁN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655C326-A335-860B-7E3F-CE90C03381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0691001"/>
              </p:ext>
            </p:extLst>
          </p:nvPr>
        </p:nvGraphicFramePr>
        <p:xfrm>
          <a:off x="128563" y="1457538"/>
          <a:ext cx="8886874" cy="4303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1064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HẠN CHẾ GIẢI PHÁP HIỆN TẠI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C71D180-0BD1-8F99-97C8-403F988DD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383813"/>
              </p:ext>
            </p:extLst>
          </p:nvPr>
        </p:nvGraphicFramePr>
        <p:xfrm>
          <a:off x="865554" y="1393093"/>
          <a:ext cx="7412892" cy="4374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498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>
                <a:solidFill>
                  <a:schemeClr val="accent1">
                    <a:lumMod val="75000"/>
                  </a:schemeClr>
                </a:solidFill>
              </a:rPr>
              <a:t>VÌ SAO CHỌN RAG CHO PHÁP LUẬT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3C7808F-7978-555A-38F5-805CE651E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818183"/>
              </p:ext>
            </p:extLst>
          </p:nvPr>
        </p:nvGraphicFramePr>
        <p:xfrm>
          <a:off x="457200" y="1321750"/>
          <a:ext cx="8229600" cy="4214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8226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74638"/>
            <a:ext cx="8948614" cy="507240"/>
          </a:xfrm>
        </p:spPr>
        <p:txBody>
          <a:bodyPr>
            <a:noAutofit/>
          </a:bodyPr>
          <a:lstStyle/>
          <a:p>
            <a:r>
              <a:rPr lang="en-US" sz="3000" b="1">
                <a:solidFill>
                  <a:schemeClr val="accent1">
                    <a:lumMod val="75000"/>
                  </a:schemeClr>
                </a:solidFill>
              </a:rPr>
              <a:t>TRUY HỒI NGỮ NGHĨA &amp; VECTOR DATABASE</a:t>
            </a:r>
            <a:endParaRPr sz="3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A6F1BA-402C-EFF7-7359-A0ACD35CEC94}"/>
              </a:ext>
            </a:extLst>
          </p:cNvPr>
          <p:cNvSpPr/>
          <p:nvPr/>
        </p:nvSpPr>
        <p:spPr>
          <a:xfrm>
            <a:off x="637673" y="4596063"/>
            <a:ext cx="7868653" cy="98362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25623A-7A95-3347-9167-97A9330458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8839948"/>
              </p:ext>
            </p:extLst>
          </p:nvPr>
        </p:nvGraphicFramePr>
        <p:xfrm>
          <a:off x="457199" y="1166018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2062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TWO-STAGE RETRIEVAL &amp; HỘI THOẠI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BE18A9C-AB35-1BF5-6185-4BBF3916A3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8943080"/>
              </p:ext>
            </p:extLst>
          </p:nvPr>
        </p:nvGraphicFramePr>
        <p:xfrm>
          <a:off x="82061" y="1579195"/>
          <a:ext cx="8979877" cy="3985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568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>
                <a:solidFill>
                  <a:schemeClr val="accent1">
                    <a:lumMod val="75000"/>
                  </a:schemeClr>
                </a:solidFill>
              </a:rPr>
              <a:t>USE-CASE &amp; YÊU CẦU HỆ THỐNG</a:t>
            </a:r>
            <a:endParaRPr sz="34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41BA7-712F-4A8A-9AA0-36485B261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6689"/>
            <a:ext cx="4433536" cy="5244376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ED27C14-4121-4D4D-47A7-FBE3633FA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696390"/>
              </p:ext>
            </p:extLst>
          </p:nvPr>
        </p:nvGraphicFramePr>
        <p:xfrm>
          <a:off x="138464" y="1326322"/>
          <a:ext cx="4245967" cy="452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30124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KIẾN TRÚC TỔNG THỂ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D226F-E277-47E3-ACAA-9FAE49644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746" y="1021397"/>
            <a:ext cx="3874841" cy="5268192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891AAC7-D1E7-10DF-4578-AB702D1FA7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5561893"/>
              </p:ext>
            </p:extLst>
          </p:nvPr>
        </p:nvGraphicFramePr>
        <p:xfrm>
          <a:off x="142413" y="1756751"/>
          <a:ext cx="4826000" cy="3547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3972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300" b="1">
                <a:solidFill>
                  <a:schemeClr val="accent1">
                    <a:lumMod val="75000"/>
                  </a:schemeClr>
                </a:solidFill>
              </a:rPr>
              <a:t>KIẾN TRÚC MICROSERVICE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5E2C6B5-18B7-9C7E-7E71-3DECEEA133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984253"/>
              </p:ext>
            </p:extLst>
          </p:nvPr>
        </p:nvGraphicFramePr>
        <p:xfrm>
          <a:off x="180535" y="1726326"/>
          <a:ext cx="2194972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6722505-E226-4305-B8D3-DE39558BDBE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818547" y="952293"/>
            <a:ext cx="6325453" cy="529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64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PIPELINE RAG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3A7D0A-608B-495E-8BD7-3CC6EE40B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39124" y="963828"/>
            <a:ext cx="1956145" cy="5312819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24066E-DEDD-495F-8AF7-932B6F043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38" y="991970"/>
            <a:ext cx="4328504" cy="53120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300B1B-C7F7-9BAB-5969-2067F9405568}"/>
              </a:ext>
            </a:extLst>
          </p:cNvPr>
          <p:cNvSpPr/>
          <p:nvPr/>
        </p:nvSpPr>
        <p:spPr>
          <a:xfrm>
            <a:off x="265670" y="1100716"/>
            <a:ext cx="1422121" cy="39983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BEB3E-30B8-4F45-AD6E-887CCD329CC5}"/>
              </a:ext>
            </a:extLst>
          </p:cNvPr>
          <p:cNvSpPr txBox="1"/>
          <p:nvPr/>
        </p:nvSpPr>
        <p:spPr>
          <a:xfrm>
            <a:off x="265670" y="1100716"/>
            <a:ext cx="1422121" cy="338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b="1"/>
              <a:t>Ingestion 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0EEAA6-B7A5-367B-E92C-E507DAB1C02F}"/>
              </a:ext>
            </a:extLst>
          </p:cNvPr>
          <p:cNvSpPr/>
          <p:nvPr/>
        </p:nvSpPr>
        <p:spPr>
          <a:xfrm>
            <a:off x="5470769" y="1100716"/>
            <a:ext cx="1068355" cy="39983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DC91C-DAAF-424E-AAFF-9FA7B9B30221}"/>
              </a:ext>
            </a:extLst>
          </p:cNvPr>
          <p:cNvSpPr txBox="1"/>
          <p:nvPr/>
        </p:nvSpPr>
        <p:spPr>
          <a:xfrm>
            <a:off x="5470769" y="1100716"/>
            <a:ext cx="1079847" cy="338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/>
              <a:t>User flow</a:t>
            </a:r>
          </a:p>
        </p:txBody>
      </p:sp>
    </p:spTree>
    <p:extLst>
      <p:ext uri="{BB962C8B-B14F-4D97-AF65-F5344CB8AC3E}">
        <p14:creationId xmlns:p14="http://schemas.microsoft.com/office/powerpoint/2010/main" val="4079016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b="1">
                <a:solidFill>
                  <a:schemeClr val="accent1">
                    <a:lumMod val="75000"/>
                  </a:schemeClr>
                </a:solidFill>
              </a:rPr>
              <a:t>CƠ CHẾ HỘI THOẠI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D3F0E0-041B-D655-69C9-B8B807AB3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026735"/>
              </p:ext>
            </p:extLst>
          </p:nvPr>
        </p:nvGraphicFramePr>
        <p:xfrm>
          <a:off x="457200" y="1355188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753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GIAO DIỆN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EBF3E5-8A0B-4363-8417-67CF3552E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24452"/>
            <a:ext cx="8229600" cy="4277459"/>
          </a:xfrm>
        </p:spPr>
      </p:pic>
    </p:spTree>
    <p:extLst>
      <p:ext uri="{BB962C8B-B14F-4D97-AF65-F5344CB8AC3E}">
        <p14:creationId xmlns:p14="http://schemas.microsoft.com/office/powerpoint/2010/main" val="1447791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GIAO DIỆN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3A4638-6497-4F96-9ACC-7E018A319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19688"/>
            <a:ext cx="8229600" cy="4286987"/>
          </a:xfrm>
        </p:spPr>
      </p:pic>
    </p:spTree>
    <p:extLst>
      <p:ext uri="{BB962C8B-B14F-4D97-AF65-F5344CB8AC3E}">
        <p14:creationId xmlns:p14="http://schemas.microsoft.com/office/powerpoint/2010/main" val="1188263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GIAO DIỆN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2DDAF8-3B43-4DAD-B01D-1F04037BCD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22134"/>
            <a:ext cx="8229600" cy="4282094"/>
          </a:xfrm>
        </p:spPr>
      </p:pic>
    </p:spTree>
    <p:extLst>
      <p:ext uri="{BB962C8B-B14F-4D97-AF65-F5344CB8AC3E}">
        <p14:creationId xmlns:p14="http://schemas.microsoft.com/office/powerpoint/2010/main" val="1719573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THIẾT LẬP THỰC NGHIỆM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A29507-14D8-C54E-B414-D12E2A6EA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889645"/>
              </p:ext>
            </p:extLst>
          </p:nvPr>
        </p:nvGraphicFramePr>
        <p:xfrm>
          <a:off x="677984" y="1772138"/>
          <a:ext cx="7788031" cy="3597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1913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KẾT QUẢ ĐÁNH GIÁ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FF59A831-44F1-F3B2-C205-561822A67E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5238547"/>
              </p:ext>
            </p:extLst>
          </p:nvPr>
        </p:nvGraphicFramePr>
        <p:xfrm>
          <a:off x="319453" y="1569698"/>
          <a:ext cx="8505094" cy="392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2547">
                  <a:extLst>
                    <a:ext uri="{9D8B030D-6E8A-4147-A177-3AD203B41FA5}">
                      <a16:colId xmlns:a16="http://schemas.microsoft.com/office/drawing/2014/main" val="1419977042"/>
                    </a:ext>
                  </a:extLst>
                </a:gridCol>
                <a:gridCol w="4252547">
                  <a:extLst>
                    <a:ext uri="{9D8B030D-6E8A-4147-A177-3AD203B41FA5}">
                      <a16:colId xmlns:a16="http://schemas.microsoft.com/office/drawing/2014/main" val="814262893"/>
                    </a:ext>
                  </a:extLst>
                </a:gridCol>
              </a:tblGrid>
              <a:tr h="654086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Giá trị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567571"/>
                  </a:ext>
                </a:extLst>
              </a:tr>
              <a:tr h="654086">
                <a:tc>
                  <a:txBody>
                    <a:bodyPr/>
                    <a:lstStyle/>
                    <a:p>
                      <a:r>
                        <a:rPr lang="en-US"/>
                        <a:t>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855421"/>
                  </a:ext>
                </a:extLst>
              </a:tr>
              <a:tr h="654086">
                <a:tc>
                  <a:txBody>
                    <a:bodyPr/>
                    <a:lstStyle/>
                    <a:p>
                      <a:r>
                        <a:rPr lang="en-US"/>
                        <a:t>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093665"/>
                  </a:ext>
                </a:extLst>
              </a:tr>
              <a:tr h="654086">
                <a:tc>
                  <a:txBody>
                    <a:bodyPr/>
                    <a:lstStyle/>
                    <a:p>
                      <a:r>
                        <a:rPr lang="en-US"/>
                        <a:t>Recall@5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809546"/>
                  </a:ext>
                </a:extLst>
              </a:tr>
              <a:tr h="654086">
                <a:tc>
                  <a:txBody>
                    <a:bodyPr/>
                    <a:lstStyle/>
                    <a:p>
                      <a:r>
                        <a:rPr lang="en-US" dirty="0"/>
                        <a:t>Precision@5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72274"/>
                  </a:ext>
                </a:extLst>
              </a:tr>
              <a:tr h="654086">
                <a:tc>
                  <a:txBody>
                    <a:bodyPr/>
                    <a:lstStyle/>
                    <a:p>
                      <a:r>
                        <a:rPr lang="en-US"/>
                        <a:t>Answer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040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858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HIỆU NĂNG HỆ THỐNG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CA367-96C3-4FF6-ACBE-1782C60BC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633" y="1197682"/>
            <a:ext cx="5920734" cy="360724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3E2358-EB5A-4D22-B045-0586FD06C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633" y="4804925"/>
            <a:ext cx="7624118" cy="963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1400" i="1"/>
              <a:t>Thời gian </a:t>
            </a:r>
            <a:r>
              <a:rPr lang="vi-VN" sz="1400" i="1" err="1"/>
              <a:t>phản</a:t>
            </a:r>
            <a:r>
              <a:rPr lang="vi-VN" sz="1400" i="1"/>
              <a:t> </a:t>
            </a:r>
            <a:r>
              <a:rPr lang="vi-VN" sz="1400" i="1" err="1"/>
              <a:t>hồi</a:t>
            </a:r>
            <a:r>
              <a:rPr lang="vi-VN" sz="1400" i="1"/>
              <a:t> trung </a:t>
            </a:r>
            <a:r>
              <a:rPr lang="vi-VN" sz="1400" i="1" err="1"/>
              <a:t>bình</a:t>
            </a:r>
            <a:r>
              <a:rPr lang="vi-VN" sz="1400" i="1"/>
              <a:t> ~3 giây, </a:t>
            </a:r>
            <a:r>
              <a:rPr lang="vi-VN" sz="1400" i="1" err="1"/>
              <a:t>đáp</a:t>
            </a:r>
            <a:r>
              <a:rPr lang="vi-VN" sz="1400" i="1"/>
              <a:t> </a:t>
            </a:r>
            <a:r>
              <a:rPr lang="vi-VN" sz="1400" i="1" err="1"/>
              <a:t>ứng</a:t>
            </a:r>
            <a:r>
              <a:rPr lang="vi-VN" sz="1400" i="1"/>
              <a:t> yêu </a:t>
            </a:r>
            <a:r>
              <a:rPr lang="vi-VN" sz="1400" i="1" err="1"/>
              <a:t>cầu</a:t>
            </a:r>
            <a:r>
              <a:rPr lang="vi-VN" sz="1400" i="1"/>
              <a:t> tương </a:t>
            </a:r>
            <a:r>
              <a:rPr lang="vi-VN" sz="1400" i="1" err="1"/>
              <a:t>tác</a:t>
            </a:r>
            <a:endParaRPr lang="vi-VN" sz="1400" i="1"/>
          </a:p>
        </p:txBody>
      </p:sp>
    </p:spTree>
    <p:extLst>
      <p:ext uri="{BB962C8B-B14F-4D97-AF65-F5344CB8AC3E}">
        <p14:creationId xmlns:p14="http://schemas.microsoft.com/office/powerpoint/2010/main" val="2913249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b="1">
                <a:solidFill>
                  <a:schemeClr val="accent1">
                    <a:lumMod val="75000"/>
                  </a:schemeClr>
                </a:solidFill>
              </a:rPr>
              <a:t>KẾT LUẬN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0DA3887-4C3D-AB75-CF9D-3ABB06D3E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931834"/>
              </p:ext>
            </p:extLst>
          </p:nvPr>
        </p:nvGraphicFramePr>
        <p:xfrm>
          <a:off x="457200" y="12954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7549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b="1">
                <a:solidFill>
                  <a:schemeClr val="accent1">
                    <a:lumMod val="75000"/>
                  </a:schemeClr>
                </a:solidFill>
              </a:rPr>
              <a:t>HƯỚNG PHÁT TRIỂN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B8AF4F3-5F2A-6FDC-2C7B-5ACDE9FDE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9501501"/>
              </p:ext>
            </p:extLst>
          </p:nvPr>
        </p:nvGraphicFramePr>
        <p:xfrm>
          <a:off x="457200" y="1279769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8467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A288D3-62F5-4594-92F3-E4C714A50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31" y="1981091"/>
            <a:ext cx="8960338" cy="28958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/>
              <a:t>Xin </a:t>
            </a:r>
            <a:r>
              <a:rPr lang="vi-VN" sz="3200" b="1"/>
              <a:t>cảm ơn quý thầy cô đã lắng nghe.</a:t>
            </a:r>
          </a:p>
          <a:p>
            <a:pPr marL="0" indent="0" algn="ctr">
              <a:buNone/>
            </a:pPr>
            <a:r>
              <a:rPr lang="vi-VN" sz="3200"/>
              <a:t>Em sẵn sàng trả lời các câu hỏi.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7F88FC-3965-E5E9-6FD8-C144BF6D3CAC}"/>
              </a:ext>
            </a:extLst>
          </p:cNvPr>
          <p:cNvSpPr/>
          <p:nvPr/>
        </p:nvSpPr>
        <p:spPr>
          <a:xfrm>
            <a:off x="0" y="14598"/>
            <a:ext cx="9144000" cy="8675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4375DD-13E7-0DC6-8FA0-5771C32EDC96}"/>
              </a:ext>
            </a:extLst>
          </p:cNvPr>
          <p:cNvSpPr txBox="1"/>
          <p:nvPr/>
        </p:nvSpPr>
        <p:spPr>
          <a:xfrm>
            <a:off x="3378200" y="1424806"/>
            <a:ext cx="4599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accent1">
                    <a:lumMod val="75000"/>
                  </a:schemeClr>
                </a:solidFill>
              </a:rPr>
              <a:t>CẢM ƠN</a:t>
            </a:r>
            <a:endParaRPr lang="en-US" sz="3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A34C4-C1FC-A95E-1B95-F55F449D8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6521"/>
            <a:ext cx="1986672" cy="25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8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744</Words>
  <Application>Microsoft Office PowerPoint</Application>
  <PresentationFormat>On-screen Show (4:3)</PresentationFormat>
  <Paragraphs>147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MỤC LỤC</vt:lpstr>
      <vt:lpstr>BỐI CẢNH &amp; BÀI TOÁN</vt:lpstr>
      <vt:lpstr>HẠN CHẾ GIẢI PHÁP HIỆN TẠI</vt:lpstr>
      <vt:lpstr>VÌ SAO CHỌN RAG CHO PHÁP LUẬT</vt:lpstr>
      <vt:lpstr>TRUY HỒI NGỮ NGHĨA &amp; VECTOR DATABASE</vt:lpstr>
      <vt:lpstr>TWO-STAGE RETRIEVAL &amp; HỘI THOẠI</vt:lpstr>
      <vt:lpstr>USE-CASE &amp; YÊU CẦU HỆ THỐNG</vt:lpstr>
      <vt:lpstr>KIẾN TRÚC TỔNG THỂ</vt:lpstr>
      <vt:lpstr>KIẾN TRÚC MICROSERVICE</vt:lpstr>
      <vt:lpstr>PIPELINE RAG</vt:lpstr>
      <vt:lpstr>CƠ CHẾ HỘI THOẠI</vt:lpstr>
      <vt:lpstr>GIAO DIỆN</vt:lpstr>
      <vt:lpstr>GIAO DIỆN</vt:lpstr>
      <vt:lpstr>GIAO DIỆN</vt:lpstr>
      <vt:lpstr>THIẾT LẬP THỰC NGHIỆM</vt:lpstr>
      <vt:lpstr>KẾT QUẢ ĐÁNH GIÁ</vt:lpstr>
      <vt:lpstr>HIỆU NĂNG HỆ THỐNG</vt:lpstr>
      <vt:lpstr>KẾT LUẬN</vt:lpstr>
      <vt:lpstr>HƯỚNG PHÁT TRIỂN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QUẢN LÝ DỰ ÁN PHẦN MỀM</dc:title>
  <dc:subject/>
  <dc:creator>Khac Quoc</dc:creator>
  <cp:keywords/>
  <dc:description>generated using python-pptx</dc:description>
  <cp:lastModifiedBy>Trinh Lê Thị Lệ</cp:lastModifiedBy>
  <cp:revision>30</cp:revision>
  <dcterms:created xsi:type="dcterms:W3CDTF">2013-01-27T09:14:16Z</dcterms:created>
  <dcterms:modified xsi:type="dcterms:W3CDTF">2025-12-30T17:18:08Z</dcterms:modified>
  <cp:category/>
</cp:coreProperties>
</file>